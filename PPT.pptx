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sldIdLst>
    <p:sldId id="256" r:id="rId2"/>
    <p:sldId id="257" r:id="rId3"/>
    <p:sldId id="283" r:id="rId4"/>
    <p:sldId id="258" r:id="rId5"/>
    <p:sldId id="263" r:id="rId6"/>
    <p:sldId id="278" r:id="rId7"/>
    <p:sldId id="282" r:id="rId8"/>
    <p:sldId id="284" r:id="rId9"/>
    <p:sldId id="285" r:id="rId10"/>
    <p:sldId id="286" r:id="rId11"/>
    <p:sldId id="287" r:id="rId12"/>
    <p:sldId id="288" r:id="rId13"/>
    <p:sldId id="291" r:id="rId14"/>
    <p:sldId id="292" r:id="rId15"/>
    <p:sldId id="272" r:id="rId16"/>
    <p:sldId id="293" r:id="rId17"/>
    <p:sldId id="290" r:id="rId18"/>
    <p:sldId id="289" r:id="rId19"/>
  </p:sldIdLst>
  <p:sldSz cx="12192000" cy="6858000"/>
  <p:notesSz cx="6858000" cy="9144000"/>
  <p:embeddedFontLst>
    <p:embeddedFont>
      <p:font typeface="Franklin Gothic" panose="020B0604020202020204" charset="0"/>
      <p:bold r:id="rId21"/>
    </p:embeddedFont>
    <p:embeddedFont>
      <p:font typeface="Libre Franklin" pitchFamily="2" charset="0"/>
      <p:regular r:id="rId22"/>
      <p:bold r:id="rId23"/>
      <p:italic r:id="rId24"/>
      <p:boldItalic r:id="rId25"/>
    </p:embeddedFont>
    <p:embeddedFont>
      <p:font typeface="Montserrat"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1sBDdHb2XsYteFNPHBFMUQvu/s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 Rupani" initials="RR" lastIdx="1" clrIdx="0">
    <p:extLst>
      <p:ext uri="{19B8F6BF-5375-455C-9EA6-DF929625EA0E}">
        <p15:presenceInfo xmlns:p15="http://schemas.microsoft.com/office/powerpoint/2012/main" userId="6c50e55e3a16496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4" d="100"/>
          <a:sy n="104" d="100"/>
        </p:scale>
        <p:origin x="120" y="1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customschemas.google.com/relationships/presentationmetadata" Target="meta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5"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90346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0363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7379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3231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020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399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6772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5600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88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0150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810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0368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4706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8960298-B292-EB40-AFE2-24BE687A4362}"/>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95AB938F-581D-B78C-01FF-2C1D755864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4451203F-87F5-F816-7699-F61C562646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7037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B36F9B2-F698-F021-CC02-701E4F6B5513}"/>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26090492-DC8A-0A8F-B587-F703779959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11B2F2A0-FDEE-6821-9A4F-5D3684BD10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6921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DDC0CBAA-E03C-C58A-5598-25A9B04C16B1}"/>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661516B7-6A49-8E3C-1D45-C0819BCA66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36DDF0C2-6278-E910-D0CC-0BF29470D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973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8A48D3A-CE45-672D-4B42-4E0FBBF1BB91}"/>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4ED6107A-BE5F-C229-53BE-ABD935A5F8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D810C152-4B39-B131-AFFF-3216B49BB5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4700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DDC0CBAA-E03C-C58A-5598-25A9B04C16B1}"/>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661516B7-6A49-8E3C-1D45-C0819BCA66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36DDF0C2-6278-E910-D0CC-0BF29470D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6298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DDC0CBAA-E03C-C58A-5598-25A9B04C16B1}"/>
            </a:ext>
          </a:extLst>
        </p:cNvPr>
        <p:cNvGrpSpPr/>
        <p:nvPr/>
      </p:nvGrpSpPr>
      <p:grpSpPr>
        <a:xfrm>
          <a:off x="0" y="0"/>
          <a:ext cx="0" cy="0"/>
          <a:chOff x="0" y="0"/>
          <a:chExt cx="0" cy="0"/>
        </a:xfrm>
      </p:grpSpPr>
      <p:sp>
        <p:nvSpPr>
          <p:cNvPr id="224" name="Google Shape;224;p3:notes">
            <a:extLst>
              <a:ext uri="{FF2B5EF4-FFF2-40B4-BE49-F238E27FC236}">
                <a16:creationId xmlns:a16="http://schemas.microsoft.com/office/drawing/2014/main" id="{661516B7-6A49-8E3C-1D45-C0819BCA66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a:extLst>
              <a:ext uri="{FF2B5EF4-FFF2-40B4-BE49-F238E27FC236}">
                <a16:creationId xmlns:a16="http://schemas.microsoft.com/office/drawing/2014/main" id="{36DDF0C2-6278-E910-D0CC-0BF29470D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8111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367054" y="2116182"/>
            <a:ext cx="5491571" cy="15140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7" name="Google Shape;17;p7"/>
          <p:cNvGrpSpPr/>
          <p:nvPr/>
        </p:nvGrpSpPr>
        <p:grpSpPr>
          <a:xfrm>
            <a:off x="1" y="758752"/>
            <a:ext cx="6099248" cy="6099248"/>
            <a:chOff x="0" y="12289"/>
            <a:chExt cx="3550" cy="3551"/>
          </a:xfrm>
        </p:grpSpPr>
        <p:sp>
          <p:nvSpPr>
            <p:cNvPr id="18" name="Google Shape;18;p7"/>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9" name="Google Shape;19;p7"/>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 name="Google Shape;20;p7"/>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21" name="Google Shape;21;p7"/>
          <p:cNvSpPr txBox="1">
            <a:spLocks noGrp="1"/>
          </p:cNvSpPr>
          <p:nvPr>
            <p:ph type="body" idx="1"/>
          </p:nvPr>
        </p:nvSpPr>
        <p:spPr>
          <a:xfrm>
            <a:off x="6367055" y="4549553"/>
            <a:ext cx="5491570" cy="9533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2" name="Google Shape;22;p7"/>
          <p:cNvCxnSpPr/>
          <p:nvPr/>
        </p:nvCxnSpPr>
        <p:spPr>
          <a:xfrm>
            <a:off x="5839833" y="5784349"/>
            <a:ext cx="2133600" cy="3992"/>
          </a:xfrm>
          <a:prstGeom prst="straightConnector1">
            <a:avLst/>
          </a:prstGeom>
          <a:noFill/>
          <a:ln w="101600" cap="flat" cmpd="sng">
            <a:solidFill>
              <a:schemeClr val="lt2"/>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
        <p:cNvGrpSpPr/>
        <p:nvPr/>
      </p:nvGrpSpPr>
      <p:grpSpPr>
        <a:xfrm>
          <a:off x="0" y="0"/>
          <a:ext cx="0" cy="0"/>
          <a:chOff x="0" y="0"/>
          <a:chExt cx="0" cy="0"/>
        </a:xfrm>
      </p:grpSpPr>
      <p:grpSp>
        <p:nvGrpSpPr>
          <p:cNvPr id="24" name="Google Shape;24;p8"/>
          <p:cNvGrpSpPr/>
          <p:nvPr/>
        </p:nvGrpSpPr>
        <p:grpSpPr>
          <a:xfrm rot="5400000" flipH="1">
            <a:off x="0" y="3900132"/>
            <a:ext cx="2959226" cy="2959226"/>
            <a:chOff x="0" y="12289"/>
            <a:chExt cx="3550" cy="3551"/>
          </a:xfrm>
        </p:grpSpPr>
        <p:sp>
          <p:nvSpPr>
            <p:cNvPr id="25" name="Google Shape;25;p8"/>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6" name="Google Shape;26;p8"/>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7" name="Google Shape;27;p8"/>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28" name="Google Shape;28;p8"/>
          <p:cNvSpPr>
            <a:spLocks noGrp="1"/>
          </p:cNvSpPr>
          <p:nvPr>
            <p:ph type="pic" idx="2"/>
          </p:nvPr>
        </p:nvSpPr>
        <p:spPr>
          <a:xfrm>
            <a:off x="6096000" y="-22543"/>
            <a:ext cx="6096000" cy="6903086"/>
          </a:xfrm>
          <a:prstGeom prst="rect">
            <a:avLst/>
          </a:prstGeom>
          <a:noFill/>
          <a:ln>
            <a:noFill/>
          </a:ln>
        </p:spPr>
      </p:sp>
      <p:sp>
        <p:nvSpPr>
          <p:cNvPr id="29" name="Google Shape;29;p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30" name="Google Shape;30;p8"/>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1" name="Google Shape;31;p8"/>
          <p:cNvSpPr txBox="1">
            <a:spLocks noGrp="1"/>
          </p:cNvSpPr>
          <p:nvPr>
            <p:ph type="body" idx="1"/>
          </p:nvPr>
        </p:nvSpPr>
        <p:spPr>
          <a:xfrm>
            <a:off x="952499" y="2289363"/>
            <a:ext cx="4572001" cy="27952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2" name="Google Shape;32;p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3480">
          <p15:clr>
            <a:srgbClr val="FBAE40"/>
          </p15:clr>
        </p15:guide>
        <p15:guide id="3" orient="horz" pos="1440">
          <p15:clr>
            <a:srgbClr val="FBAE40"/>
          </p15:clr>
        </p15:guide>
        <p15:guide id="4" orient="horz" pos="1224">
          <p15:clr>
            <a:srgbClr val="FBAE40"/>
          </p15:clr>
        </p15:guide>
        <p15:guide id="5" orient="horz" pos="5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
  <p:cSld name="Summary ">
    <p:bg>
      <p:bgPr>
        <a:solidFill>
          <a:schemeClr val="lt1"/>
        </a:solidFill>
        <a:effectLst/>
      </p:bgPr>
    </p:bg>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37" name="Google Shape;37;p9"/>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8" name="Google Shape;38;p9"/>
          <p:cNvSpPr txBox="1">
            <a:spLocks noGrp="1"/>
          </p:cNvSpPr>
          <p:nvPr>
            <p:ph type="body" idx="1"/>
          </p:nvPr>
        </p:nvSpPr>
        <p:spPr>
          <a:xfrm>
            <a:off x="952500"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39" name="Google Shape;39;p9"/>
          <p:cNvGrpSpPr/>
          <p:nvPr/>
        </p:nvGrpSpPr>
        <p:grpSpPr>
          <a:xfrm rot="10800000">
            <a:off x="8870040" y="0"/>
            <a:ext cx="3325208" cy="3325208"/>
            <a:chOff x="0" y="12289"/>
            <a:chExt cx="3550" cy="3551"/>
          </a:xfrm>
        </p:grpSpPr>
        <p:sp>
          <p:nvSpPr>
            <p:cNvPr id="40" name="Google Shape;40;p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41" name="Google Shape;41;p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42" name="Google Shape;42;p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43" name="Google Shape;43;p9"/>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9"/>
          <p:cNvSpPr txBox="1">
            <a:spLocks noGrp="1"/>
          </p:cNvSpPr>
          <p:nvPr>
            <p:ph type="body" idx="3"/>
          </p:nvPr>
        </p:nvSpPr>
        <p:spPr>
          <a:xfrm>
            <a:off x="953655" y="3841846"/>
            <a:ext cx="4838700" cy="6367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9"/>
          <p:cNvSpPr txBox="1">
            <a:spLocks noGrp="1"/>
          </p:cNvSpPr>
          <p:nvPr>
            <p:ph type="body" idx="4"/>
          </p:nvPr>
        </p:nvSpPr>
        <p:spPr>
          <a:xfrm>
            <a:off x="953655"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9"/>
          <p:cNvSpPr txBox="1">
            <a:spLocks noGrp="1"/>
          </p:cNvSpPr>
          <p:nvPr>
            <p:ph type="body" idx="5"/>
          </p:nvPr>
        </p:nvSpPr>
        <p:spPr>
          <a:xfrm>
            <a:off x="952500" y="5017901"/>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9"/>
          <p:cNvSpPr txBox="1">
            <a:spLocks noGrp="1"/>
          </p:cNvSpPr>
          <p:nvPr>
            <p:ph type="body" idx="6"/>
          </p:nvPr>
        </p:nvSpPr>
        <p:spPr>
          <a:xfrm>
            <a:off x="952500" y="4646997"/>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9"/>
          <p:cNvSpPr txBox="1">
            <a:spLocks noGrp="1"/>
          </p:cNvSpPr>
          <p:nvPr>
            <p:ph type="body" idx="7"/>
          </p:nvPr>
        </p:nvSpPr>
        <p:spPr>
          <a:xfrm>
            <a:off x="6399647"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9"/>
          <p:cNvSpPr txBox="1">
            <a:spLocks noGrp="1"/>
          </p:cNvSpPr>
          <p:nvPr>
            <p:ph type="body" idx="8"/>
          </p:nvPr>
        </p:nvSpPr>
        <p:spPr>
          <a:xfrm>
            <a:off x="6399647"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9"/>
          <p:cNvSpPr txBox="1">
            <a:spLocks noGrp="1"/>
          </p:cNvSpPr>
          <p:nvPr>
            <p:ph type="body" idx="9"/>
          </p:nvPr>
        </p:nvSpPr>
        <p:spPr>
          <a:xfrm>
            <a:off x="6399647" y="3841846"/>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9"/>
          <p:cNvSpPr txBox="1">
            <a:spLocks noGrp="1"/>
          </p:cNvSpPr>
          <p:nvPr>
            <p:ph type="body" idx="13"/>
          </p:nvPr>
        </p:nvSpPr>
        <p:spPr>
          <a:xfrm>
            <a:off x="6399647"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2" name="Google Shape;52;p9"/>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5"/>
        <p:cNvGrpSpPr/>
        <p:nvPr/>
      </p:nvGrpSpPr>
      <p:grpSpPr>
        <a:xfrm>
          <a:off x="0" y="0"/>
          <a:ext cx="0" cy="0"/>
          <a:chOff x="0" y="0"/>
          <a:chExt cx="0" cy="0"/>
        </a:xfrm>
      </p:grpSpPr>
      <p:grpSp>
        <p:nvGrpSpPr>
          <p:cNvPr id="56" name="Google Shape;56;p10"/>
          <p:cNvGrpSpPr/>
          <p:nvPr/>
        </p:nvGrpSpPr>
        <p:grpSpPr>
          <a:xfrm>
            <a:off x="6362700" y="0"/>
            <a:ext cx="5829298" cy="3235602"/>
            <a:chOff x="5612972" y="1"/>
            <a:chExt cx="6615961" cy="3672246"/>
          </a:xfrm>
        </p:grpSpPr>
        <p:sp>
          <p:nvSpPr>
            <p:cNvPr id="57" name="Google Shape;57;p10"/>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58" name="Google Shape;58;p10"/>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59" name="Google Shape;59;p10"/>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60" name="Google Shape;60;p10"/>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61" name="Google Shape;61;p10"/>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62" name="Google Shape;62;p10"/>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63" name="Google Shape;63;p10"/>
          <p:cNvCxnSpPr/>
          <p:nvPr/>
        </p:nvCxnSpPr>
        <p:spPr>
          <a:xfrm>
            <a:off x="952500" y="1934655"/>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4" name="Google Shape;64;p10"/>
          <p:cNvSpPr txBox="1">
            <a:spLocks noGrp="1"/>
          </p:cNvSpPr>
          <p:nvPr>
            <p:ph type="body" idx="1"/>
          </p:nvPr>
        </p:nvSpPr>
        <p:spPr>
          <a:xfrm>
            <a:off x="952500" y="2818296"/>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5" name="Google Shape;65;p10"/>
          <p:cNvSpPr txBox="1">
            <a:spLocks noGrp="1"/>
          </p:cNvSpPr>
          <p:nvPr>
            <p:ph type="body" idx="2"/>
          </p:nvPr>
        </p:nvSpPr>
        <p:spPr>
          <a:xfrm>
            <a:off x="952500" y="2209800"/>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6" name="Google Shape;66;p10"/>
          <p:cNvCxnSpPr/>
          <p:nvPr/>
        </p:nvCxnSpPr>
        <p:spPr>
          <a:xfrm>
            <a:off x="3663043"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7" name="Google Shape;67;p10"/>
          <p:cNvSpPr txBox="1">
            <a:spLocks noGrp="1"/>
          </p:cNvSpPr>
          <p:nvPr>
            <p:ph type="body" idx="3"/>
          </p:nvPr>
        </p:nvSpPr>
        <p:spPr>
          <a:xfrm>
            <a:off x="3663042" y="2818296"/>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10"/>
          <p:cNvSpPr txBox="1">
            <a:spLocks noGrp="1"/>
          </p:cNvSpPr>
          <p:nvPr>
            <p:ph type="body" idx="4"/>
          </p:nvPr>
        </p:nvSpPr>
        <p:spPr>
          <a:xfrm>
            <a:off x="3663042" y="2209800"/>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9" name="Google Shape;69;p10"/>
          <p:cNvCxnSpPr/>
          <p:nvPr/>
        </p:nvCxnSpPr>
        <p:spPr>
          <a:xfrm>
            <a:off x="952500" y="4248119"/>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0" name="Google Shape;70;p10"/>
          <p:cNvSpPr txBox="1">
            <a:spLocks noGrp="1"/>
          </p:cNvSpPr>
          <p:nvPr>
            <p:ph type="body" idx="5"/>
          </p:nvPr>
        </p:nvSpPr>
        <p:spPr>
          <a:xfrm>
            <a:off x="952500" y="5131299"/>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1" name="Google Shape;71;p10"/>
          <p:cNvSpPr txBox="1">
            <a:spLocks noGrp="1"/>
          </p:cNvSpPr>
          <p:nvPr>
            <p:ph type="body" idx="6"/>
          </p:nvPr>
        </p:nvSpPr>
        <p:spPr>
          <a:xfrm>
            <a:off x="952500" y="4522803"/>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2" name="Google Shape;72;p10"/>
          <p:cNvCxnSpPr/>
          <p:nvPr/>
        </p:nvCxnSpPr>
        <p:spPr>
          <a:xfrm>
            <a:off x="3663043"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3" name="Google Shape;73;p10"/>
          <p:cNvSpPr txBox="1">
            <a:spLocks noGrp="1"/>
          </p:cNvSpPr>
          <p:nvPr>
            <p:ph type="body" idx="7"/>
          </p:nvPr>
        </p:nvSpPr>
        <p:spPr>
          <a:xfrm>
            <a:off x="3663042" y="5131299"/>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10"/>
          <p:cNvSpPr txBox="1">
            <a:spLocks noGrp="1"/>
          </p:cNvSpPr>
          <p:nvPr>
            <p:ph type="body" idx="8"/>
          </p:nvPr>
        </p:nvSpPr>
        <p:spPr>
          <a:xfrm>
            <a:off x="3663042" y="4522803"/>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5" name="Google Shape;75;p10"/>
          <p:cNvCxnSpPr/>
          <p:nvPr/>
        </p:nvCxnSpPr>
        <p:spPr>
          <a:xfrm>
            <a:off x="6367055"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6" name="Google Shape;76;p10"/>
          <p:cNvSpPr txBox="1">
            <a:spLocks noGrp="1"/>
          </p:cNvSpPr>
          <p:nvPr>
            <p:ph type="body" idx="9"/>
          </p:nvPr>
        </p:nvSpPr>
        <p:spPr>
          <a:xfrm>
            <a:off x="6367054" y="5131299"/>
            <a:ext cx="2129245"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10"/>
          <p:cNvSpPr txBox="1">
            <a:spLocks noGrp="1"/>
          </p:cNvSpPr>
          <p:nvPr>
            <p:ph type="body" idx="13"/>
          </p:nvPr>
        </p:nvSpPr>
        <p:spPr>
          <a:xfrm>
            <a:off x="6367054" y="4522803"/>
            <a:ext cx="2129245"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8" name="Google Shape;78;p10"/>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reak">
  <p:cSld name="Break">
    <p:bg>
      <p:bgPr>
        <a:solidFill>
          <a:schemeClr val="lt1"/>
        </a:solidFill>
        <a:effectLst/>
      </p:bgPr>
    </p:bg>
    <p:spTree>
      <p:nvGrpSpPr>
        <p:cNvPr id="1" name="Shape 81"/>
        <p:cNvGrpSpPr/>
        <p:nvPr/>
      </p:nvGrpSpPr>
      <p:grpSpPr>
        <a:xfrm>
          <a:off x="0" y="0"/>
          <a:ext cx="0" cy="0"/>
          <a:chOff x="0" y="0"/>
          <a:chExt cx="0" cy="0"/>
        </a:xfrm>
      </p:grpSpPr>
      <p:sp>
        <p:nvSpPr>
          <p:cNvPr id="82" name="Google Shape;82;p11"/>
          <p:cNvSpPr>
            <a:spLocks noGrp="1"/>
          </p:cNvSpPr>
          <p:nvPr>
            <p:ph type="pic" idx="2"/>
          </p:nvPr>
        </p:nvSpPr>
        <p:spPr>
          <a:xfrm>
            <a:off x="0" y="0"/>
            <a:ext cx="12191998" cy="6858000"/>
          </a:xfrm>
          <a:prstGeom prst="rect">
            <a:avLst/>
          </a:prstGeom>
          <a:solidFill>
            <a:schemeClr val="accent2"/>
          </a:solidFill>
          <a:ln>
            <a:noFill/>
          </a:ln>
        </p:spPr>
      </p:sp>
      <p:sp>
        <p:nvSpPr>
          <p:cNvPr id="83" name="Google Shape;83;p11"/>
          <p:cNvSpPr txBox="1">
            <a:spLocks noGrp="1"/>
          </p:cNvSpPr>
          <p:nvPr>
            <p:ph type="title"/>
          </p:nvPr>
        </p:nvSpPr>
        <p:spPr>
          <a:xfrm>
            <a:off x="7193943" y="3045437"/>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4100"/>
              <a:buFont typeface="Franklin Gothic"/>
              <a:buNone/>
              <a:defRPr sz="4100" b="1" i="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84" name="Google Shape;84;p11"/>
          <p:cNvCxnSpPr/>
          <p:nvPr/>
        </p:nvCxnSpPr>
        <p:spPr>
          <a:xfrm>
            <a:off x="7154721" y="4003877"/>
            <a:ext cx="2133600" cy="3992"/>
          </a:xfrm>
          <a:prstGeom prst="straightConnector1">
            <a:avLst/>
          </a:prstGeom>
          <a:noFill/>
          <a:ln w="101600" cap="flat" cmpd="sng">
            <a:solidFill>
              <a:schemeClr val="lt2"/>
            </a:solidFill>
            <a:prstDash val="solid"/>
            <a:miter lim="800000"/>
            <a:headEnd type="none" w="sm" len="sm"/>
            <a:tailEnd type="none" w="sm" len="sm"/>
          </a:ln>
        </p:spPr>
      </p:cxnSp>
      <p:grpSp>
        <p:nvGrpSpPr>
          <p:cNvPr id="85" name="Google Shape;85;p11"/>
          <p:cNvGrpSpPr/>
          <p:nvPr/>
        </p:nvGrpSpPr>
        <p:grpSpPr>
          <a:xfrm rot="10800000">
            <a:off x="9509760" y="-3"/>
            <a:ext cx="2682238" cy="2682238"/>
            <a:chOff x="0" y="12289"/>
            <a:chExt cx="3550" cy="3551"/>
          </a:xfrm>
        </p:grpSpPr>
        <p:sp>
          <p:nvSpPr>
            <p:cNvPr id="86" name="Google Shape;86;p11"/>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87" name="Google Shape;87;p11"/>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88" name="Google Shape;88;p11"/>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lt1"/>
        </a:solidFill>
        <a:effectLst/>
      </p:bgPr>
    </p:bg>
    <p:spTree>
      <p:nvGrpSpPr>
        <p:cNvPr id="1" name="Shape 89"/>
        <p:cNvGrpSpPr/>
        <p:nvPr/>
      </p:nvGrpSpPr>
      <p:grpSpPr>
        <a:xfrm>
          <a:off x="0" y="0"/>
          <a:ext cx="0" cy="0"/>
          <a:chOff x="0" y="0"/>
          <a:chExt cx="0" cy="0"/>
        </a:xfrm>
      </p:grpSpPr>
      <p:sp>
        <p:nvSpPr>
          <p:cNvPr id="90" name="Google Shape;90;p12"/>
          <p:cNvSpPr>
            <a:spLocks noGrp="1"/>
          </p:cNvSpPr>
          <p:nvPr>
            <p:ph type="chart" idx="2"/>
          </p:nvPr>
        </p:nvSpPr>
        <p:spPr>
          <a:xfrm>
            <a:off x="952500" y="1939108"/>
            <a:ext cx="10352810" cy="411070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Libre Franklin"/>
                <a:ea typeface="Libre Franklin"/>
                <a:cs typeface="Libre Franklin"/>
                <a:sym typeface="Libre Franklin"/>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R="0" lvl="5"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R="0" lvl="6"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R="0" lvl="7"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R="0" lvl="8"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91" name="Google Shape;91;p12"/>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3"/>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964022" y="2476500"/>
            <a:ext cx="7132320" cy="328997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800"/>
              <a:buFont typeface="Libre Franklin"/>
              <a:buNone/>
              <a:defRPr sz="2800" b="0" i="0">
                <a:solidFill>
                  <a:schemeClr val="dk1"/>
                </a:solidFill>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p:nvPr/>
        </p:nvSpPr>
        <p:spPr>
          <a:xfrm>
            <a:off x="699948" y="548291"/>
            <a:ext cx="1589372"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0" b="1">
                <a:solidFill>
                  <a:schemeClr val="dk1"/>
                </a:solidFill>
                <a:latin typeface="Libre Franklin"/>
                <a:ea typeface="Libre Franklin"/>
                <a:cs typeface="Libre Franklin"/>
                <a:sym typeface="Libre Franklin"/>
              </a:rPr>
              <a:t>“</a:t>
            </a:r>
            <a:endParaRPr/>
          </a:p>
        </p:txBody>
      </p:sp>
      <p:grpSp>
        <p:nvGrpSpPr>
          <p:cNvPr id="103" name="Google Shape;103;p14"/>
          <p:cNvGrpSpPr/>
          <p:nvPr/>
        </p:nvGrpSpPr>
        <p:grpSpPr>
          <a:xfrm>
            <a:off x="6362700" y="0"/>
            <a:ext cx="5829298" cy="3235602"/>
            <a:chOff x="5612972" y="1"/>
            <a:chExt cx="6615961" cy="3672246"/>
          </a:xfrm>
        </p:grpSpPr>
        <p:sp>
          <p:nvSpPr>
            <p:cNvPr id="104" name="Google Shape;104;p14"/>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5" name="Google Shape;105;p14"/>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6" name="Google Shape;106;p14"/>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7" name="Google Shape;107;p14"/>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8" name="Google Shape;108;p14"/>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grpSp>
        <p:nvGrpSpPr>
          <p:cNvPr id="109" name="Google Shape;109;p14"/>
          <p:cNvGrpSpPr/>
          <p:nvPr/>
        </p:nvGrpSpPr>
        <p:grpSpPr>
          <a:xfrm rot="5400000" flipH="1">
            <a:off x="0" y="3900132"/>
            <a:ext cx="2959226" cy="2959226"/>
            <a:chOff x="0" y="12289"/>
            <a:chExt cx="3550" cy="3551"/>
          </a:xfrm>
        </p:grpSpPr>
        <p:sp>
          <p:nvSpPr>
            <p:cNvPr id="110" name="Google Shape;110;p1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1" name="Google Shape;111;p1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2" name="Google Shape;112;p1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113"/>
        <p:cNvGrpSpPr/>
        <p:nvPr/>
      </p:nvGrpSpPr>
      <p:grpSpPr>
        <a:xfrm>
          <a:off x="0" y="0"/>
          <a:ext cx="0" cy="0"/>
          <a:chOff x="0" y="0"/>
          <a:chExt cx="0" cy="0"/>
        </a:xfrm>
      </p:grpSpPr>
      <p:grpSp>
        <p:nvGrpSpPr>
          <p:cNvPr id="114" name="Google Shape;114;p15"/>
          <p:cNvGrpSpPr/>
          <p:nvPr/>
        </p:nvGrpSpPr>
        <p:grpSpPr>
          <a:xfrm rot="5400000" flipH="1">
            <a:off x="0" y="3900132"/>
            <a:ext cx="2959226" cy="2959226"/>
            <a:chOff x="0" y="12289"/>
            <a:chExt cx="3550" cy="3551"/>
          </a:xfrm>
        </p:grpSpPr>
        <p:sp>
          <p:nvSpPr>
            <p:cNvPr id="115" name="Google Shape;115;p15"/>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6" name="Google Shape;116;p15"/>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7" name="Google Shape;117;p15"/>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18" name="Google Shape;118;p15"/>
          <p:cNvSpPr>
            <a:spLocks noGrp="1"/>
          </p:cNvSpPr>
          <p:nvPr>
            <p:ph type="pic" idx="2"/>
          </p:nvPr>
        </p:nvSpPr>
        <p:spPr>
          <a:xfrm>
            <a:off x="954268" y="2572883"/>
            <a:ext cx="2118245" cy="2037217"/>
          </a:xfrm>
          <a:prstGeom prst="rect">
            <a:avLst/>
          </a:prstGeom>
          <a:noFill/>
          <a:ln>
            <a:noFill/>
          </a:ln>
        </p:spPr>
      </p:sp>
      <p:sp>
        <p:nvSpPr>
          <p:cNvPr id="119" name="Google Shape;119;p15"/>
          <p:cNvSpPr txBox="1">
            <a:spLocks noGrp="1"/>
          </p:cNvSpPr>
          <p:nvPr>
            <p:ph type="title"/>
          </p:nvPr>
        </p:nvSpPr>
        <p:spPr>
          <a:xfrm>
            <a:off x="964022" y="879063"/>
            <a:ext cx="75322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20" name="Google Shape;120;p15"/>
          <p:cNvCxnSpPr/>
          <p:nvPr/>
        </p:nvCxnSpPr>
        <p:spPr>
          <a:xfrm>
            <a:off x="952500" y="1939108"/>
            <a:ext cx="2133600" cy="0"/>
          </a:xfrm>
          <a:prstGeom prst="straightConnector1">
            <a:avLst/>
          </a:prstGeom>
          <a:noFill/>
          <a:ln w="101600" cap="flat" cmpd="sng">
            <a:solidFill>
              <a:schemeClr val="lt1"/>
            </a:solidFill>
            <a:prstDash val="solid"/>
            <a:miter lim="800000"/>
            <a:headEnd type="none" w="sm" len="sm"/>
            <a:tailEnd type="none" w="sm" len="sm"/>
          </a:ln>
        </p:spPr>
      </p:cxnSp>
      <p:sp>
        <p:nvSpPr>
          <p:cNvPr id="121" name="Google Shape;121;p15"/>
          <p:cNvSpPr>
            <a:spLocks noGrp="1"/>
          </p:cNvSpPr>
          <p:nvPr>
            <p:ph type="pic" idx="3"/>
          </p:nvPr>
        </p:nvSpPr>
        <p:spPr>
          <a:xfrm>
            <a:off x="3658280" y="2572883"/>
            <a:ext cx="2118245" cy="2037217"/>
          </a:xfrm>
          <a:prstGeom prst="rect">
            <a:avLst/>
          </a:prstGeom>
          <a:noFill/>
          <a:ln>
            <a:noFill/>
          </a:ln>
        </p:spPr>
      </p:sp>
      <p:sp>
        <p:nvSpPr>
          <p:cNvPr id="122" name="Google Shape;122;p15"/>
          <p:cNvSpPr txBox="1">
            <a:spLocks noGrp="1"/>
          </p:cNvSpPr>
          <p:nvPr>
            <p:ph type="body" idx="1"/>
          </p:nvPr>
        </p:nvSpPr>
        <p:spPr>
          <a:xfrm>
            <a:off x="952500" y="5393169"/>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15"/>
          <p:cNvSpPr txBox="1">
            <a:spLocks noGrp="1"/>
          </p:cNvSpPr>
          <p:nvPr>
            <p:ph type="body" idx="4"/>
          </p:nvPr>
        </p:nvSpPr>
        <p:spPr>
          <a:xfrm>
            <a:off x="952500" y="4986745"/>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15"/>
          <p:cNvSpPr txBox="1">
            <a:spLocks noGrp="1"/>
          </p:cNvSpPr>
          <p:nvPr>
            <p:ph type="body" idx="5"/>
          </p:nvPr>
        </p:nvSpPr>
        <p:spPr>
          <a:xfrm>
            <a:off x="3663042" y="5393169"/>
            <a:ext cx="2128157"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15"/>
          <p:cNvSpPr txBox="1">
            <a:spLocks noGrp="1"/>
          </p:cNvSpPr>
          <p:nvPr>
            <p:ph type="body" idx="6"/>
          </p:nvPr>
        </p:nvSpPr>
        <p:spPr>
          <a:xfrm>
            <a:off x="3663042" y="4986745"/>
            <a:ext cx="2128157"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6" name="Google Shape;126;p15"/>
          <p:cNvSpPr txBox="1">
            <a:spLocks noGrp="1"/>
          </p:cNvSpPr>
          <p:nvPr>
            <p:ph type="body" idx="7"/>
          </p:nvPr>
        </p:nvSpPr>
        <p:spPr>
          <a:xfrm>
            <a:off x="63670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7" name="Google Shape;127;p15"/>
          <p:cNvSpPr txBox="1">
            <a:spLocks noGrp="1"/>
          </p:cNvSpPr>
          <p:nvPr>
            <p:ph type="body" idx="8"/>
          </p:nvPr>
        </p:nvSpPr>
        <p:spPr>
          <a:xfrm>
            <a:off x="63670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8" name="Google Shape;128;p15"/>
          <p:cNvSpPr txBox="1">
            <a:spLocks noGrp="1"/>
          </p:cNvSpPr>
          <p:nvPr>
            <p:ph type="body" idx="9"/>
          </p:nvPr>
        </p:nvSpPr>
        <p:spPr>
          <a:xfrm>
            <a:off x="91102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9" name="Google Shape;129;p15"/>
          <p:cNvSpPr txBox="1">
            <a:spLocks noGrp="1"/>
          </p:cNvSpPr>
          <p:nvPr>
            <p:ph type="body" idx="13"/>
          </p:nvPr>
        </p:nvSpPr>
        <p:spPr>
          <a:xfrm>
            <a:off x="91102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130" name="Google Shape;130;p15"/>
          <p:cNvGrpSpPr/>
          <p:nvPr/>
        </p:nvGrpSpPr>
        <p:grpSpPr>
          <a:xfrm>
            <a:off x="6362700" y="0"/>
            <a:ext cx="5829298" cy="3235602"/>
            <a:chOff x="5612972" y="1"/>
            <a:chExt cx="6615961" cy="3672246"/>
          </a:xfrm>
        </p:grpSpPr>
        <p:sp>
          <p:nvSpPr>
            <p:cNvPr id="131" name="Google Shape;131;p15"/>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2" name="Google Shape;132;p15"/>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3" name="Google Shape;133;p15"/>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4" name="Google Shape;134;p15"/>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5" name="Google Shape;135;p15"/>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36" name="Google Shape;136;p15"/>
          <p:cNvSpPr>
            <a:spLocks noGrp="1"/>
          </p:cNvSpPr>
          <p:nvPr>
            <p:ph type="pic" idx="14"/>
          </p:nvPr>
        </p:nvSpPr>
        <p:spPr>
          <a:xfrm>
            <a:off x="6362292" y="2572883"/>
            <a:ext cx="2118245" cy="2037217"/>
          </a:xfrm>
          <a:prstGeom prst="rect">
            <a:avLst/>
          </a:prstGeom>
          <a:noFill/>
          <a:ln>
            <a:noFill/>
          </a:ln>
        </p:spPr>
      </p:sp>
      <p:sp>
        <p:nvSpPr>
          <p:cNvPr id="137" name="Google Shape;137;p15"/>
          <p:cNvSpPr>
            <a:spLocks noGrp="1"/>
          </p:cNvSpPr>
          <p:nvPr>
            <p:ph type="pic" idx="15"/>
          </p:nvPr>
        </p:nvSpPr>
        <p:spPr>
          <a:xfrm>
            <a:off x="9112023" y="2572883"/>
            <a:ext cx="2118245" cy="2037217"/>
          </a:xfrm>
          <a:prstGeom prst="rect">
            <a:avLst/>
          </a:prstGeom>
          <a:noFill/>
          <a:ln>
            <a:noFill/>
          </a:ln>
        </p:spPr>
      </p:sp>
      <p:sp>
        <p:nvSpPr>
          <p:cNvPr id="138" name="Google Shape;138;p15"/>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5"/>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5"/>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meline ">
  <p:cSld name="Timeline ">
    <p:bg>
      <p:bgPr>
        <a:solidFill>
          <a:schemeClr val="lt1"/>
        </a:solidFill>
        <a:effectLst/>
      </p:bgPr>
    </p:bg>
    <p:spTree>
      <p:nvGrpSpPr>
        <p:cNvPr id="1" name="Shape 141"/>
        <p:cNvGrpSpPr/>
        <p:nvPr/>
      </p:nvGrpSpPr>
      <p:grpSpPr>
        <a:xfrm>
          <a:off x="0" y="0"/>
          <a:ext cx="0" cy="0"/>
          <a:chOff x="0" y="0"/>
          <a:chExt cx="0" cy="0"/>
        </a:xfrm>
      </p:grpSpPr>
      <p:cxnSp>
        <p:nvCxnSpPr>
          <p:cNvPr id="142" name="Google Shape;142;p16"/>
          <p:cNvCxnSpPr/>
          <p:nvPr/>
        </p:nvCxnSpPr>
        <p:spPr>
          <a:xfrm flipH="1">
            <a:off x="1045959" y="2213783"/>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3" name="Google Shape;143;p16"/>
          <p:cNvCxnSpPr/>
          <p:nvPr/>
        </p:nvCxnSpPr>
        <p:spPr>
          <a:xfrm flipH="1">
            <a:off x="6180493" y="2213783"/>
            <a:ext cx="11102"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4" name="Google Shape;144;p16"/>
          <p:cNvCxnSpPr/>
          <p:nvPr/>
        </p:nvCxnSpPr>
        <p:spPr>
          <a:xfrm flipH="1">
            <a:off x="8745623" y="3904712"/>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5" name="Google Shape;145;p16"/>
          <p:cNvCxnSpPr/>
          <p:nvPr/>
        </p:nvCxnSpPr>
        <p:spPr>
          <a:xfrm flipH="1">
            <a:off x="3611089" y="3895941"/>
            <a:ext cx="2136" cy="1828800"/>
          </a:xfrm>
          <a:prstGeom prst="straightConnector1">
            <a:avLst/>
          </a:prstGeom>
          <a:noFill/>
          <a:ln w="165100" cap="flat" cmpd="sng">
            <a:solidFill>
              <a:schemeClr val="accent6"/>
            </a:solidFill>
            <a:prstDash val="solid"/>
            <a:miter lim="800000"/>
            <a:headEnd type="none" w="sm" len="sm"/>
            <a:tailEnd type="none" w="sm" len="sm"/>
          </a:ln>
        </p:spPr>
      </p:cxnSp>
      <p:sp>
        <p:nvSpPr>
          <p:cNvPr id="146" name="Google Shape;146;p16"/>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6"/>
          <p:cNvSpPr txBox="1">
            <a:spLocks noGrp="1"/>
          </p:cNvSpPr>
          <p:nvPr>
            <p:ph type="body" idx="1"/>
          </p:nvPr>
        </p:nvSpPr>
        <p:spPr>
          <a:xfrm>
            <a:off x="1296955"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8" name="Google Shape;148;p16"/>
          <p:cNvSpPr txBox="1">
            <a:spLocks noGrp="1"/>
          </p:cNvSpPr>
          <p:nvPr>
            <p:ph type="body" idx="2"/>
          </p:nvPr>
        </p:nvSpPr>
        <p:spPr>
          <a:xfrm>
            <a:off x="1296955"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9" name="Google Shape;149;p16"/>
          <p:cNvSpPr txBox="1">
            <a:spLocks noGrp="1"/>
          </p:cNvSpPr>
          <p:nvPr>
            <p:ph type="body" idx="3"/>
          </p:nvPr>
        </p:nvSpPr>
        <p:spPr>
          <a:xfrm>
            <a:off x="3897799"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0" name="Google Shape;150;p16"/>
          <p:cNvSpPr txBox="1">
            <a:spLocks noGrp="1"/>
          </p:cNvSpPr>
          <p:nvPr>
            <p:ph type="body" idx="4"/>
          </p:nvPr>
        </p:nvSpPr>
        <p:spPr>
          <a:xfrm>
            <a:off x="3897799"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1" name="Google Shape;151;p16"/>
          <p:cNvSpPr txBox="1">
            <a:spLocks noGrp="1"/>
          </p:cNvSpPr>
          <p:nvPr>
            <p:ph type="body" idx="5"/>
          </p:nvPr>
        </p:nvSpPr>
        <p:spPr>
          <a:xfrm>
            <a:off x="9001711"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2" name="Google Shape;152;p16"/>
          <p:cNvSpPr txBox="1">
            <a:spLocks noGrp="1"/>
          </p:cNvSpPr>
          <p:nvPr>
            <p:ph type="body" idx="6"/>
          </p:nvPr>
        </p:nvSpPr>
        <p:spPr>
          <a:xfrm>
            <a:off x="9001711"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3" name="Google Shape;153;p16"/>
          <p:cNvSpPr txBox="1">
            <a:spLocks noGrp="1"/>
          </p:cNvSpPr>
          <p:nvPr>
            <p:ph type="body" idx="7"/>
          </p:nvPr>
        </p:nvSpPr>
        <p:spPr>
          <a:xfrm>
            <a:off x="6438143"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4" name="Google Shape;154;p16"/>
          <p:cNvSpPr txBox="1">
            <a:spLocks noGrp="1"/>
          </p:cNvSpPr>
          <p:nvPr>
            <p:ph type="body" idx="8"/>
          </p:nvPr>
        </p:nvSpPr>
        <p:spPr>
          <a:xfrm>
            <a:off x="6438143"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55" name="Google Shape;155;p16"/>
          <p:cNvCxnSpPr/>
          <p:nvPr/>
        </p:nvCxnSpPr>
        <p:spPr>
          <a:xfrm>
            <a:off x="967689" y="3968780"/>
            <a:ext cx="10275477" cy="0"/>
          </a:xfrm>
          <a:prstGeom prst="straightConnector1">
            <a:avLst/>
          </a:prstGeom>
          <a:noFill/>
          <a:ln w="165100" cap="flat" cmpd="sng">
            <a:solidFill>
              <a:schemeClr val="accent3"/>
            </a:solidFill>
            <a:prstDash val="solid"/>
            <a:miter lim="800000"/>
            <a:headEnd type="none" w="sm" len="sm"/>
            <a:tailEnd type="none" w="sm" len="sm"/>
          </a:ln>
        </p:spPr>
      </p:cxnSp>
      <p:sp>
        <p:nvSpPr>
          <p:cNvPr id="156" name="Google Shape;156;p16"/>
          <p:cNvSpPr/>
          <p:nvPr/>
        </p:nvSpPr>
        <p:spPr>
          <a:xfrm>
            <a:off x="964323"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7" name="Google Shape;157;p16"/>
          <p:cNvSpPr/>
          <p:nvPr/>
        </p:nvSpPr>
        <p:spPr>
          <a:xfrm>
            <a:off x="3531590"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8" name="Google Shape;158;p16"/>
          <p:cNvSpPr/>
          <p:nvPr/>
        </p:nvSpPr>
        <p:spPr>
          <a:xfrm>
            <a:off x="6098857"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9" name="Google Shape;159;p16"/>
          <p:cNvSpPr/>
          <p:nvPr/>
        </p:nvSpPr>
        <p:spPr>
          <a:xfrm>
            <a:off x="8666124"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0" name="Google Shape;160;p1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
  <p:cSld name="2 Col">
    <p:bg>
      <p:bgPr>
        <a:solidFill>
          <a:schemeClr val="lt1"/>
        </a:solidFill>
        <a:effectLst/>
      </p:bgPr>
    </p:bg>
    <p:spTree>
      <p:nvGrpSpPr>
        <p:cNvPr id="1" name="Shape 163"/>
        <p:cNvGrpSpPr/>
        <p:nvPr/>
      </p:nvGrpSpPr>
      <p:grpSpPr>
        <a:xfrm>
          <a:off x="0" y="0"/>
          <a:ext cx="0" cy="0"/>
          <a:chOff x="0" y="0"/>
          <a:chExt cx="0" cy="0"/>
        </a:xfrm>
      </p:grpSpPr>
      <p:grpSp>
        <p:nvGrpSpPr>
          <p:cNvPr id="164" name="Google Shape;164;p17"/>
          <p:cNvGrpSpPr/>
          <p:nvPr/>
        </p:nvGrpSpPr>
        <p:grpSpPr>
          <a:xfrm rot="5400000" flipH="1">
            <a:off x="0" y="3900132"/>
            <a:ext cx="2959226" cy="2959226"/>
            <a:chOff x="0" y="12289"/>
            <a:chExt cx="3550" cy="3551"/>
          </a:xfrm>
        </p:grpSpPr>
        <p:sp>
          <p:nvSpPr>
            <p:cNvPr id="165" name="Google Shape;165;p17"/>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6" name="Google Shape;166;p17"/>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7" name="Google Shape;167;p17"/>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68" name="Google Shape;168;p17"/>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69" name="Google Shape;169;p17"/>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0" name="Google Shape;170;p17"/>
          <p:cNvSpPr txBox="1">
            <a:spLocks noGrp="1"/>
          </p:cNvSpPr>
          <p:nvPr>
            <p:ph type="body" idx="1"/>
          </p:nvPr>
        </p:nvSpPr>
        <p:spPr>
          <a:xfrm>
            <a:off x="964023" y="2300984"/>
            <a:ext cx="4827178"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1" name="Google Shape;171;p17"/>
          <p:cNvSpPr txBox="1">
            <a:spLocks noGrp="1"/>
          </p:cNvSpPr>
          <p:nvPr>
            <p:ph type="body" idx="2"/>
          </p:nvPr>
        </p:nvSpPr>
        <p:spPr>
          <a:xfrm>
            <a:off x="6362700" y="2300984"/>
            <a:ext cx="4764829"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2" name="Google Shape;172;p17"/>
          <p:cNvSpPr txBox="1">
            <a:spLocks noGrp="1"/>
          </p:cNvSpPr>
          <p:nvPr>
            <p:ph type="body" idx="3"/>
          </p:nvPr>
        </p:nvSpPr>
        <p:spPr>
          <a:xfrm>
            <a:off x="964023" y="2799146"/>
            <a:ext cx="482717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3" name="Google Shape;173;p17"/>
          <p:cNvSpPr txBox="1">
            <a:spLocks noGrp="1"/>
          </p:cNvSpPr>
          <p:nvPr>
            <p:ph type="body" idx="4"/>
          </p:nvPr>
        </p:nvSpPr>
        <p:spPr>
          <a:xfrm>
            <a:off x="6362700" y="2799146"/>
            <a:ext cx="4756241"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74" name="Google Shape;174;p17"/>
          <p:cNvCxnSpPr/>
          <p:nvPr/>
        </p:nvCxnSpPr>
        <p:spPr>
          <a:xfrm>
            <a:off x="63627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5" name="Google Shape;175;p17"/>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17"/>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17"/>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l">
  <p:cSld name="3 col">
    <p:bg>
      <p:bgPr>
        <a:solidFill>
          <a:schemeClr val="lt1"/>
        </a:solidFill>
        <a:effectLst/>
      </p:bgPr>
    </p:bg>
    <p:spTree>
      <p:nvGrpSpPr>
        <p:cNvPr id="1" name="Shape 178"/>
        <p:cNvGrpSpPr/>
        <p:nvPr/>
      </p:nvGrpSpPr>
      <p:grpSpPr>
        <a:xfrm>
          <a:off x="0" y="0"/>
          <a:ext cx="0" cy="0"/>
          <a:chOff x="0" y="0"/>
          <a:chExt cx="0" cy="0"/>
        </a:xfrm>
      </p:grpSpPr>
      <p:grpSp>
        <p:nvGrpSpPr>
          <p:cNvPr id="179" name="Google Shape;179;p18"/>
          <p:cNvGrpSpPr/>
          <p:nvPr/>
        </p:nvGrpSpPr>
        <p:grpSpPr>
          <a:xfrm rot="5400000" flipH="1">
            <a:off x="0" y="3900132"/>
            <a:ext cx="2959226" cy="2959226"/>
            <a:chOff x="0" y="12289"/>
            <a:chExt cx="3550" cy="3551"/>
          </a:xfrm>
        </p:grpSpPr>
        <p:sp>
          <p:nvSpPr>
            <p:cNvPr id="180" name="Google Shape;180;p18"/>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81" name="Google Shape;181;p18"/>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82" name="Google Shape;182;p18"/>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83" name="Google Shape;183;p1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84" name="Google Shape;184;p18"/>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85" name="Google Shape;185;p18"/>
          <p:cNvSpPr txBox="1">
            <a:spLocks noGrp="1"/>
          </p:cNvSpPr>
          <p:nvPr>
            <p:ph type="body" idx="1"/>
          </p:nvPr>
        </p:nvSpPr>
        <p:spPr>
          <a:xfrm>
            <a:off x="952500"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6" name="Google Shape;186;p18"/>
          <p:cNvSpPr txBox="1">
            <a:spLocks noGrp="1"/>
          </p:cNvSpPr>
          <p:nvPr>
            <p:ph type="body" idx="2"/>
          </p:nvPr>
        </p:nvSpPr>
        <p:spPr>
          <a:xfrm>
            <a:off x="952500"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7" name="Google Shape;187;p18"/>
          <p:cNvSpPr txBox="1">
            <a:spLocks noGrp="1"/>
          </p:cNvSpPr>
          <p:nvPr>
            <p:ph type="body" idx="3"/>
          </p:nvPr>
        </p:nvSpPr>
        <p:spPr>
          <a:xfrm>
            <a:off x="4569372"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8" name="Google Shape;188;p18"/>
          <p:cNvSpPr txBox="1">
            <a:spLocks noGrp="1"/>
          </p:cNvSpPr>
          <p:nvPr>
            <p:ph type="body" idx="4"/>
          </p:nvPr>
        </p:nvSpPr>
        <p:spPr>
          <a:xfrm>
            <a:off x="4569372" y="2799146"/>
            <a:ext cx="305062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9" name="Google Shape;189;p18"/>
          <p:cNvSpPr txBox="1">
            <a:spLocks noGrp="1"/>
          </p:cNvSpPr>
          <p:nvPr>
            <p:ph type="body" idx="5"/>
          </p:nvPr>
        </p:nvSpPr>
        <p:spPr>
          <a:xfrm>
            <a:off x="8187017"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90" name="Google Shape;190;p18"/>
          <p:cNvSpPr txBox="1">
            <a:spLocks noGrp="1"/>
          </p:cNvSpPr>
          <p:nvPr>
            <p:ph type="body" idx="6"/>
          </p:nvPr>
        </p:nvSpPr>
        <p:spPr>
          <a:xfrm>
            <a:off x="8187017"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91" name="Google Shape;191;p18"/>
          <p:cNvCxnSpPr/>
          <p:nvPr/>
        </p:nvCxnSpPr>
        <p:spPr>
          <a:xfrm>
            <a:off x="4569372" y="1939108"/>
            <a:ext cx="2133600" cy="3992"/>
          </a:xfrm>
          <a:prstGeom prst="straightConnector1">
            <a:avLst/>
          </a:prstGeom>
          <a:noFill/>
          <a:ln w="101600" cap="flat" cmpd="sng">
            <a:solidFill>
              <a:schemeClr val="lt2"/>
            </a:solidFill>
            <a:prstDash val="solid"/>
            <a:miter lim="800000"/>
            <a:headEnd type="none" w="sm" len="sm"/>
            <a:tailEnd type="none" w="sm" len="sm"/>
          </a:ln>
        </p:spPr>
      </p:cxnSp>
      <p:cxnSp>
        <p:nvCxnSpPr>
          <p:cNvPr id="192" name="Google Shape;192;p18"/>
          <p:cNvCxnSpPr/>
          <p:nvPr/>
        </p:nvCxnSpPr>
        <p:spPr>
          <a:xfrm>
            <a:off x="8187017"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93" name="Google Shape;193;p1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1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5" orient="horz" pos="1224">
          <p15:clr>
            <a:srgbClr val="FBAE40"/>
          </p15:clr>
        </p15:guide>
        <p15:guide id="6" orient="horz" pos="1440">
          <p15:clr>
            <a:srgbClr val="FBAE40"/>
          </p15:clr>
        </p15:guide>
        <p15:guide id="7" orient="horz" pos="552">
          <p15:clr>
            <a:srgbClr val="FBAE40"/>
          </p15:clr>
        </p15:guide>
        <p15:guide id="8" pos="4800">
          <p15:clr>
            <a:srgbClr val="FBAE40"/>
          </p15:clr>
        </p15:guide>
        <p15:guide id="9" pos="2880">
          <p15:clr>
            <a:srgbClr val="FBAE40"/>
          </p15:clr>
        </p15:guide>
        <p15:guide id="10" orient="horz" pos="17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bg>
      <p:bgPr>
        <a:solidFill>
          <a:schemeClr val="lt1"/>
        </a:solidFill>
        <a:effectLst/>
      </p:bgPr>
    </p:bg>
    <p:spTree>
      <p:nvGrpSpPr>
        <p:cNvPr id="1" name="Shape 196"/>
        <p:cNvGrpSpPr/>
        <p:nvPr/>
      </p:nvGrpSpPr>
      <p:grpSpPr>
        <a:xfrm>
          <a:off x="0" y="0"/>
          <a:ext cx="0" cy="0"/>
          <a:chOff x="0" y="0"/>
          <a:chExt cx="0" cy="0"/>
        </a:xfrm>
      </p:grpSpPr>
      <p:sp>
        <p:nvSpPr>
          <p:cNvPr id="197" name="Google Shape;197;p19"/>
          <p:cNvSpPr txBox="1">
            <a:spLocks noGrp="1"/>
          </p:cNvSpPr>
          <p:nvPr>
            <p:ph type="body" idx="1"/>
          </p:nvPr>
        </p:nvSpPr>
        <p:spPr>
          <a:xfrm>
            <a:off x="6896100" y="5102063"/>
            <a:ext cx="4914900" cy="588795"/>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2"/>
              </a:buClr>
              <a:buSzPts val="1600"/>
              <a:buNone/>
              <a:defRPr sz="16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8" name="Google Shape;198;p19"/>
          <p:cNvSpPr txBox="1">
            <a:spLocks noGrp="1"/>
          </p:cNvSpPr>
          <p:nvPr>
            <p:ph type="subTitle" idx="2"/>
          </p:nvPr>
        </p:nvSpPr>
        <p:spPr>
          <a:xfrm>
            <a:off x="6907623" y="3591098"/>
            <a:ext cx="4903377" cy="1057791"/>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9" name="Google Shape;199;p19"/>
          <p:cNvSpPr txBox="1">
            <a:spLocks noGrp="1"/>
          </p:cNvSpPr>
          <p:nvPr>
            <p:ph type="title"/>
          </p:nvPr>
        </p:nvSpPr>
        <p:spPr>
          <a:xfrm>
            <a:off x="6907623" y="2173658"/>
            <a:ext cx="49033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00" name="Google Shape;200;p19"/>
          <p:cNvCxnSpPr/>
          <p:nvPr/>
        </p:nvCxnSpPr>
        <p:spPr>
          <a:xfrm>
            <a:off x="6896100" y="3233703"/>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01" name="Google Shape;201;p19"/>
          <p:cNvSpPr>
            <a:spLocks noGrp="1"/>
          </p:cNvSpPr>
          <p:nvPr>
            <p:ph type="pic" idx="3"/>
          </p:nvPr>
        </p:nvSpPr>
        <p:spPr>
          <a:xfrm>
            <a:off x="0" y="0"/>
            <a:ext cx="6096000" cy="6858000"/>
          </a:xfrm>
          <a:prstGeom prst="rect">
            <a:avLst/>
          </a:prstGeom>
          <a:noFill/>
          <a:ln>
            <a:noFill/>
          </a:ln>
        </p:spPr>
      </p:sp>
      <p:grpSp>
        <p:nvGrpSpPr>
          <p:cNvPr id="202" name="Google Shape;202;p19"/>
          <p:cNvGrpSpPr/>
          <p:nvPr/>
        </p:nvGrpSpPr>
        <p:grpSpPr>
          <a:xfrm rot="10800000">
            <a:off x="8870040" y="0"/>
            <a:ext cx="3325208" cy="3325208"/>
            <a:chOff x="0" y="12289"/>
            <a:chExt cx="3550" cy="3551"/>
          </a:xfrm>
        </p:grpSpPr>
        <p:sp>
          <p:nvSpPr>
            <p:cNvPr id="203" name="Google Shape;203;p1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4" name="Google Shape;204;p1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5" name="Google Shape;205;p1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971550" y="1825625"/>
            <a:ext cx="103822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1" name="Google Shape;11;p6"/>
          <p:cNvSpPr txBox="1">
            <a:spLocks noGrp="1"/>
          </p:cNvSpPr>
          <p:nvPr>
            <p:ph type="title"/>
          </p:nvPr>
        </p:nvSpPr>
        <p:spPr>
          <a:xfrm>
            <a:off x="952500" y="365125"/>
            <a:ext cx="104013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ranklin Gothic"/>
              <a:buNone/>
              <a:defRPr sz="4400" b="1" i="0" u="none" strike="noStrike" cap="none">
                <a:solidFill>
                  <a:schemeClr val="dk1"/>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2" name="Google Shape;12;p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100" b="0" i="0" u="none" strike="noStrike" cap="none">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3" name="Google Shape;13;p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100" b="0" i="0" u="none" strike="noStrike" cap="none">
                <a:solidFill>
                  <a:schemeClr val="dk1"/>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4" name="Google Shape;14;p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100" b="0" i="0" u="none" strike="noStrike" cap="none">
                <a:solidFill>
                  <a:schemeClr val="dk1"/>
                </a:solidFill>
                <a:latin typeface="Libre Franklin"/>
                <a:ea typeface="Libre Franklin"/>
                <a:cs typeface="Libre Franklin"/>
                <a:sym typeface="Libre Franklin"/>
              </a:defRPr>
            </a:lvl1pPr>
            <a:lvl2pPr marL="0" marR="0" lvl="1" indent="0" algn="l" rtl="0">
              <a:spcBef>
                <a:spcPts val="0"/>
              </a:spcBef>
              <a:buNone/>
              <a:defRPr sz="1100" b="0" i="0" u="none" strike="noStrike" cap="none">
                <a:solidFill>
                  <a:schemeClr val="dk1"/>
                </a:solidFill>
                <a:latin typeface="Libre Franklin"/>
                <a:ea typeface="Libre Franklin"/>
                <a:cs typeface="Libre Franklin"/>
                <a:sym typeface="Libre Franklin"/>
              </a:defRPr>
            </a:lvl2pPr>
            <a:lvl3pPr marL="0" marR="0" lvl="2" indent="0" algn="l" rtl="0">
              <a:spcBef>
                <a:spcPts val="0"/>
              </a:spcBef>
              <a:buNone/>
              <a:defRPr sz="1100" b="0" i="0" u="none" strike="noStrike" cap="none">
                <a:solidFill>
                  <a:schemeClr val="dk1"/>
                </a:solidFill>
                <a:latin typeface="Libre Franklin"/>
                <a:ea typeface="Libre Franklin"/>
                <a:cs typeface="Libre Franklin"/>
                <a:sym typeface="Libre Franklin"/>
              </a:defRPr>
            </a:lvl3pPr>
            <a:lvl4pPr marL="0" marR="0" lvl="3" indent="0" algn="l" rtl="0">
              <a:spcBef>
                <a:spcPts val="0"/>
              </a:spcBef>
              <a:buNone/>
              <a:defRPr sz="1100" b="0" i="0" u="none" strike="noStrike" cap="none">
                <a:solidFill>
                  <a:schemeClr val="dk1"/>
                </a:solidFill>
                <a:latin typeface="Libre Franklin"/>
                <a:ea typeface="Libre Franklin"/>
                <a:cs typeface="Libre Franklin"/>
                <a:sym typeface="Libre Franklin"/>
              </a:defRPr>
            </a:lvl4pPr>
            <a:lvl5pPr marL="0" marR="0" lvl="4" indent="0" algn="l" rtl="0">
              <a:spcBef>
                <a:spcPts val="0"/>
              </a:spcBef>
              <a:buNone/>
              <a:defRPr sz="1100" b="0" i="0" u="none" strike="noStrike" cap="none">
                <a:solidFill>
                  <a:schemeClr val="dk1"/>
                </a:solidFill>
                <a:latin typeface="Libre Franklin"/>
                <a:ea typeface="Libre Franklin"/>
                <a:cs typeface="Libre Franklin"/>
                <a:sym typeface="Libre Franklin"/>
              </a:defRPr>
            </a:lvl5pPr>
            <a:lvl6pPr marL="0" marR="0" lvl="5" indent="0" algn="l" rtl="0">
              <a:spcBef>
                <a:spcPts val="0"/>
              </a:spcBef>
              <a:buNone/>
              <a:defRPr sz="1100" b="0" i="0" u="none" strike="noStrike" cap="none">
                <a:solidFill>
                  <a:schemeClr val="dk1"/>
                </a:solidFill>
                <a:latin typeface="Libre Franklin"/>
                <a:ea typeface="Libre Franklin"/>
                <a:cs typeface="Libre Franklin"/>
                <a:sym typeface="Libre Franklin"/>
              </a:defRPr>
            </a:lvl6pPr>
            <a:lvl7pPr marL="0" marR="0" lvl="6" indent="0" algn="l" rtl="0">
              <a:spcBef>
                <a:spcPts val="0"/>
              </a:spcBef>
              <a:buNone/>
              <a:defRPr sz="1100" b="0" i="0" u="none" strike="noStrike" cap="none">
                <a:solidFill>
                  <a:schemeClr val="dk1"/>
                </a:solidFill>
                <a:latin typeface="Libre Franklin"/>
                <a:ea typeface="Libre Franklin"/>
                <a:cs typeface="Libre Franklin"/>
                <a:sym typeface="Libre Franklin"/>
              </a:defRPr>
            </a:lvl7pPr>
            <a:lvl8pPr marL="0" marR="0" lvl="7" indent="0" algn="l" rtl="0">
              <a:spcBef>
                <a:spcPts val="0"/>
              </a:spcBef>
              <a:buNone/>
              <a:defRPr sz="1100" b="0" i="0" u="none" strike="noStrike" cap="none">
                <a:solidFill>
                  <a:schemeClr val="dk1"/>
                </a:solidFill>
                <a:latin typeface="Libre Franklin"/>
                <a:ea typeface="Libre Franklin"/>
                <a:cs typeface="Libre Franklin"/>
                <a:sym typeface="Libre Franklin"/>
              </a:defRPr>
            </a:lvl8pPr>
            <a:lvl9pPr marL="0" marR="0" lvl="8" indent="0" algn="l" rtl="0">
              <a:spcBef>
                <a:spcPts val="0"/>
              </a:spcBef>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
          <p:cNvSpPr txBox="1">
            <a:spLocks noGrp="1"/>
          </p:cNvSpPr>
          <p:nvPr>
            <p:ph type="ctrTitle"/>
          </p:nvPr>
        </p:nvSpPr>
        <p:spPr>
          <a:xfrm>
            <a:off x="5121318" y="442636"/>
            <a:ext cx="6748127" cy="11516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600"/>
              <a:buFont typeface="Franklin Gothic"/>
              <a:buNone/>
            </a:pPr>
            <a:r>
              <a:rPr lang="en-IN" sz="3400" dirty="0">
                <a:solidFill>
                  <a:schemeClr val="tx2"/>
                </a:solidFill>
                <a:latin typeface="Times New Roman" panose="02020603050405020304" pitchFamily="18" charset="0"/>
                <a:cs typeface="Times New Roman" panose="02020603050405020304" pitchFamily="18" charset="0"/>
              </a:rPr>
              <a:t>WEATHER FORECASTING SYSTEM</a:t>
            </a:r>
            <a:endParaRPr lang="en-US" sz="3400" dirty="0">
              <a:solidFill>
                <a:schemeClr val="tx2"/>
              </a:solidFill>
              <a:latin typeface="Times New Roman" panose="02020603050405020304" pitchFamily="18" charset="0"/>
              <a:cs typeface="Times New Roman" panose="02020603050405020304" pitchFamily="18" charset="0"/>
            </a:endParaRPr>
          </a:p>
        </p:txBody>
      </p:sp>
      <p:sp>
        <p:nvSpPr>
          <p:cNvPr id="211" name="Google Shape;211;p1"/>
          <p:cNvSpPr txBox="1">
            <a:spLocks noGrp="1"/>
          </p:cNvSpPr>
          <p:nvPr>
            <p:ph type="body" idx="1"/>
          </p:nvPr>
        </p:nvSpPr>
        <p:spPr>
          <a:xfrm>
            <a:off x="5823750" y="1575621"/>
            <a:ext cx="6045695" cy="4922833"/>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Clr>
                <a:schemeClr val="lt2"/>
              </a:buClr>
              <a:buSzPts val="1800"/>
              <a:buNone/>
            </a:pPr>
            <a: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t>Problem Statement: </a:t>
            </a:r>
            <a:r>
              <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rPr>
              <a:t>Design and Deployment of Weather Forecasting System</a:t>
            </a:r>
          </a:p>
          <a:p>
            <a:pPr marL="0" lvl="0" indent="0" algn="l" rtl="0">
              <a:lnSpc>
                <a:spcPct val="90000"/>
              </a:lnSpc>
              <a:spcBef>
                <a:spcPts val="1000"/>
              </a:spcBef>
              <a:spcAft>
                <a:spcPts val="0"/>
              </a:spcAft>
              <a:buClr>
                <a:schemeClr val="lt2"/>
              </a:buClr>
              <a:buSzPts val="1800"/>
              <a:buNone/>
            </a:pPr>
            <a:b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br>
            <a: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t>Project Group Number: 7</a:t>
            </a:r>
            <a:endPar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endParaRPr>
          </a:p>
          <a:p>
            <a:pPr marL="0" lvl="0" indent="0" algn="l" rtl="0">
              <a:lnSpc>
                <a:spcPct val="90000"/>
              </a:lnSpc>
              <a:spcBef>
                <a:spcPts val="1000"/>
              </a:spcBef>
              <a:spcAft>
                <a:spcPts val="0"/>
              </a:spcAft>
              <a:buClr>
                <a:schemeClr val="lt2"/>
              </a:buClr>
              <a:buSzPts val="1800"/>
              <a:buNone/>
            </a:pPr>
            <a:b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br>
            <a: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t>Group Member Details:</a:t>
            </a:r>
          </a:p>
          <a:p>
            <a:pPr marL="0" lvl="0" indent="0" algn="l" rtl="0">
              <a:lnSpc>
                <a:spcPct val="90000"/>
              </a:lnSpc>
              <a:spcBef>
                <a:spcPts val="1000"/>
              </a:spcBef>
              <a:spcAft>
                <a:spcPts val="0"/>
              </a:spcAft>
              <a:buClr>
                <a:schemeClr val="lt2"/>
              </a:buClr>
              <a:buSzPts val="1800"/>
              <a:buNone/>
            </a:pPr>
            <a:r>
              <a:rPr lang="en-US" sz="2200" dirty="0">
                <a:solidFill>
                  <a:schemeClr val="tx1"/>
                </a:solidFill>
                <a:latin typeface="Times New Roman" panose="02020603050405020304" pitchFamily="18" charset="0"/>
                <a:cs typeface="Times New Roman" panose="02020603050405020304" pitchFamily="18" charset="0"/>
                <a:sym typeface="Franklin Gothic"/>
              </a:rPr>
              <a:t>1.Baishnavi Sharma (0187CS211048)</a:t>
            </a:r>
          </a:p>
          <a:p>
            <a:pPr marL="0" lvl="0" indent="0" algn="l" rtl="0">
              <a:lnSpc>
                <a:spcPct val="90000"/>
              </a:lnSpc>
              <a:spcBef>
                <a:spcPts val="1000"/>
              </a:spcBef>
              <a:spcAft>
                <a:spcPts val="0"/>
              </a:spcAft>
              <a:buClr>
                <a:schemeClr val="lt2"/>
              </a:buClr>
              <a:buSzPts val="1800"/>
              <a:buNone/>
            </a:pPr>
            <a:r>
              <a:rPr lang="en-US" sz="2200" dirty="0">
                <a:solidFill>
                  <a:schemeClr val="tx1"/>
                </a:solidFill>
                <a:latin typeface="Times New Roman" panose="02020603050405020304" pitchFamily="18" charset="0"/>
                <a:cs typeface="Times New Roman" panose="02020603050405020304" pitchFamily="18" charset="0"/>
                <a:sym typeface="Franklin Gothic"/>
              </a:rPr>
              <a:t>2.Aleena Khanam (0187CS211018)</a:t>
            </a:r>
          </a:p>
          <a:p>
            <a:pPr marL="0" lvl="0" indent="0" algn="l" rtl="0">
              <a:lnSpc>
                <a:spcPct val="90000"/>
              </a:lnSpc>
              <a:spcBef>
                <a:spcPts val="1000"/>
              </a:spcBef>
              <a:spcAft>
                <a:spcPts val="0"/>
              </a:spcAft>
              <a:buClr>
                <a:schemeClr val="lt2"/>
              </a:buClr>
              <a:buSzPts val="1800"/>
              <a:buNone/>
            </a:pPr>
            <a:r>
              <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rPr>
              <a:t>3.Diksha Rupani </a:t>
            </a:r>
            <a:r>
              <a:rPr lang="en-US" sz="2200" dirty="0">
                <a:solidFill>
                  <a:schemeClr val="tx1"/>
                </a:solidFill>
                <a:latin typeface="Times New Roman" panose="02020603050405020304" pitchFamily="18" charset="0"/>
                <a:cs typeface="Times New Roman" panose="02020603050405020304" pitchFamily="18" charset="0"/>
                <a:sym typeface="Franklin Gothic"/>
              </a:rPr>
              <a:t>(0187CS211065)</a:t>
            </a:r>
            <a:br>
              <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rPr>
            </a:br>
            <a:endPar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endParaRPr>
          </a:p>
          <a:p>
            <a:pPr marL="0" indent="0"/>
            <a:r>
              <a:rPr lang="en-US" sz="2200" b="1" dirty="0">
                <a:solidFill>
                  <a:schemeClr val="tx1"/>
                </a:solidFill>
                <a:latin typeface="Times New Roman" panose="02020603050405020304" pitchFamily="18" charset="0"/>
                <a:ea typeface="Franklin Gothic"/>
                <a:cs typeface="Times New Roman" panose="02020603050405020304" pitchFamily="18" charset="0"/>
                <a:sym typeface="Franklin Gothic"/>
              </a:rPr>
              <a:t>Guide Details :</a:t>
            </a:r>
            <a:r>
              <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rPr>
              <a:t>Prof. </a:t>
            </a:r>
            <a:r>
              <a:rPr lang="en-US" sz="2200" dirty="0" err="1">
                <a:solidFill>
                  <a:schemeClr val="tx1"/>
                </a:solidFill>
                <a:latin typeface="Times New Roman" panose="02020603050405020304" pitchFamily="18" charset="0"/>
                <a:ea typeface="Franklin Gothic"/>
                <a:cs typeface="Times New Roman" panose="02020603050405020304" pitchFamily="18" charset="0"/>
                <a:sym typeface="Franklin Gothic"/>
              </a:rPr>
              <a:t>Shumali</a:t>
            </a:r>
            <a:r>
              <a:rPr lang="en-US" sz="2200" dirty="0">
                <a:solidFill>
                  <a:schemeClr val="tx1"/>
                </a:solidFill>
                <a:latin typeface="Times New Roman" panose="02020603050405020304" pitchFamily="18" charset="0"/>
                <a:ea typeface="Franklin Gothic"/>
                <a:cs typeface="Times New Roman" panose="02020603050405020304" pitchFamily="18" charset="0"/>
                <a:sym typeface="Franklin Gothic"/>
              </a:rPr>
              <a:t> Gupta</a:t>
            </a:r>
            <a:endParaRPr sz="2200" dirty="0">
              <a:solidFill>
                <a:schemeClr val="tx1"/>
              </a:solidFill>
              <a:latin typeface="Times New Roman" panose="02020603050405020304" pitchFamily="18" charset="0"/>
              <a:cs typeface="Times New Roman" panose="02020603050405020304" pitchFamily="18" charset="0"/>
            </a:endParaRPr>
          </a:p>
        </p:txBody>
      </p:sp>
      <p:sp>
        <p:nvSpPr>
          <p:cNvPr id="6" name="Title 2"/>
          <p:cNvSpPr txBox="1">
            <a:spLocks/>
          </p:cNvSpPr>
          <p:nvPr/>
        </p:nvSpPr>
        <p:spPr>
          <a:xfrm>
            <a:off x="649697" y="871571"/>
            <a:ext cx="4941477" cy="61086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6000"/>
              <a:buFont typeface="Franklin Gothic"/>
              <a:buNone/>
              <a:defRPr sz="6000" b="1"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lgn="ctr"/>
            <a:r>
              <a:rPr lang="en-US" sz="3600" dirty="0">
                <a:latin typeface="Times New Roman" panose="02020603050405020304" pitchFamily="18" charset="0"/>
                <a:cs typeface="Times New Roman" panose="02020603050405020304" pitchFamily="18" charset="0"/>
              </a:rPr>
              <a:t>Major Project - I</a:t>
            </a:r>
          </a:p>
          <a:p>
            <a:pPr algn="ctr"/>
            <a:r>
              <a:rPr lang="en-US" sz="3600" dirty="0">
                <a:latin typeface="Times New Roman" panose="02020603050405020304" pitchFamily="18" charset="0"/>
                <a:cs typeface="Times New Roman" panose="02020603050405020304" pitchFamily="18" charset="0"/>
              </a:rPr>
              <a:t>CS- 706</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451" y="349449"/>
            <a:ext cx="893352" cy="11329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
          <p:cNvSpPr txBox="1">
            <a:spLocks noGrp="1"/>
          </p:cNvSpPr>
          <p:nvPr>
            <p:ph type="title"/>
          </p:nvPr>
        </p:nvSpPr>
        <p:spPr>
          <a:xfrm>
            <a:off x="971550" y="1011409"/>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Idea/Approach Details</a:t>
            </a:r>
            <a:endParaRPr sz="4000" dirty="0">
              <a:latin typeface="Times New Roman" panose="02020603050405020304" pitchFamily="18" charset="0"/>
              <a:cs typeface="Times New Roman" panose="02020603050405020304" pitchFamily="18" charset="0"/>
            </a:endParaRPr>
          </a:p>
        </p:txBody>
      </p:sp>
      <p:sp>
        <p:nvSpPr>
          <p:cNvPr id="218" name="Google Shape;218;p2"/>
          <p:cNvSpPr txBox="1">
            <a:spLocks noGrp="1"/>
          </p:cNvSpPr>
          <p:nvPr>
            <p:ph type="body" idx="1"/>
          </p:nvPr>
        </p:nvSpPr>
        <p:spPr>
          <a:xfrm>
            <a:off x="935447" y="2504787"/>
            <a:ext cx="10870110" cy="2753013"/>
          </a:xfrm>
          <a:prstGeom prst="rect">
            <a:avLst/>
          </a:prstGeom>
          <a:noFill/>
          <a:ln w="9525" cap="flat" cmpd="sng">
            <a:noFill/>
            <a:prstDash val="solid"/>
            <a:round/>
            <a:headEnd type="none" w="sm" len="sm"/>
            <a:tailEnd type="none" w="sm" len="sm"/>
          </a:ln>
        </p:spPr>
        <p:txBody>
          <a:bodyPr spcFirstLastPara="1" wrap="square" lIns="0" tIns="0" rIns="0" bIns="0" anchor="t" anchorCtr="0">
            <a:noAutofit/>
          </a:bodyPr>
          <a:lstStyle/>
          <a:p>
            <a:pPr marL="0" lvl="0" indent="0" algn="l" rtl="0">
              <a:lnSpc>
                <a:spcPct val="100000"/>
              </a:lnSpc>
              <a:spcBef>
                <a:spcPts val="0"/>
              </a:spcBef>
              <a:spcAft>
                <a:spcPts val="0"/>
              </a:spcAft>
              <a:buClr>
                <a:schemeClr val="lt2"/>
              </a:buClr>
              <a:buSzPts val="1800"/>
              <a:buNone/>
            </a:pPr>
            <a:r>
              <a:rPr lang="en-US" sz="2200" b="1" dirty="0">
                <a:solidFill>
                  <a:schemeClr val="lt2"/>
                </a:solidFill>
                <a:latin typeface="Times New Roman" panose="02020603050405020304" pitchFamily="18" charset="0"/>
                <a:ea typeface="Franklin Gothic"/>
                <a:cs typeface="Times New Roman" panose="02020603050405020304" pitchFamily="18" charset="0"/>
                <a:sym typeface="Franklin Gothic"/>
              </a:rPr>
              <a:t>Introduction</a:t>
            </a:r>
          </a:p>
          <a:p>
            <a:pPr marL="0" lvl="0" indent="0" algn="just" rtl="0">
              <a:lnSpc>
                <a:spcPct val="100000"/>
              </a:lnSpc>
              <a:spcBef>
                <a:spcPts val="0"/>
              </a:spcBef>
              <a:spcAft>
                <a:spcPts val="0"/>
              </a:spcAft>
              <a:buClr>
                <a:schemeClr val="lt2"/>
              </a:buClr>
              <a:buSzPts val="1800"/>
              <a:buNone/>
            </a:pPr>
            <a:r>
              <a:rPr lang="en-US" sz="2200" dirty="0">
                <a:latin typeface="Times New Roman" panose="02020603050405020304" pitchFamily="18" charset="0"/>
                <a:cs typeface="Times New Roman" panose="02020603050405020304" pitchFamily="18" charset="0"/>
              </a:rPr>
              <a:t>The project aims to design and implement a comprehensive system capable of collecting real-time data on various weather parameters. This involves the deployment of sensors strategically positioned to monitor critical variables such as temperature, humidity, wind speed, and air quality continuously. The system's ability to gather data in real-time ensures that stakeholders have access to up-to-date information, facilitating informed decision-making and proactive responses to changing weather conditions.</a:t>
            </a:r>
            <a:endParaRPr sz="22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
          <p:cNvSpPr txBox="1">
            <a:spLocks noGrp="1"/>
          </p:cNvSpPr>
          <p:nvPr>
            <p:ph type="title"/>
          </p:nvPr>
        </p:nvSpPr>
        <p:spPr>
          <a:xfrm>
            <a:off x="971550" y="1011409"/>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Technology Stack</a:t>
            </a:r>
            <a:endParaRPr sz="4000" dirty="0">
              <a:latin typeface="Times New Roman" panose="02020603050405020304" pitchFamily="18" charset="0"/>
              <a:cs typeface="Times New Roman" panose="02020603050405020304" pitchFamily="18" charset="0"/>
            </a:endParaRPr>
          </a:p>
        </p:txBody>
      </p:sp>
      <p:sp>
        <p:nvSpPr>
          <p:cNvPr id="218" name="Google Shape;218;p2"/>
          <p:cNvSpPr txBox="1">
            <a:spLocks noGrp="1"/>
          </p:cNvSpPr>
          <p:nvPr>
            <p:ph type="body" idx="1"/>
          </p:nvPr>
        </p:nvSpPr>
        <p:spPr>
          <a:xfrm>
            <a:off x="1159329" y="2720230"/>
            <a:ext cx="10646228" cy="2537570"/>
          </a:xfrm>
          <a:prstGeom prst="rect">
            <a:avLst/>
          </a:prstGeom>
          <a:noFill/>
          <a:ln w="9525" cap="flat" cmpd="sng">
            <a:noFill/>
            <a:prstDash val="solid"/>
            <a:round/>
            <a:headEnd type="none" w="sm" len="sm"/>
            <a:tailEnd type="none" w="sm" len="sm"/>
          </a:ln>
        </p:spPr>
        <p:txBody>
          <a:bodyPr spcFirstLastPara="1" wrap="square" lIns="0" tIns="0" rIns="0" bIns="0" anchor="t" anchorCtr="0">
            <a:noAutofit/>
          </a:bodyPr>
          <a:lstStyle/>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HTML</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CSS</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JavaScript</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API</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Machine Learning</a:t>
            </a:r>
          </a:p>
          <a:p>
            <a:pPr marL="342900" lvl="0" indent="-432000" algn="just" rtl="0">
              <a:lnSpc>
                <a:spcPct val="120000"/>
              </a:lnSpc>
              <a:spcBef>
                <a:spcPts val="0"/>
              </a:spcBef>
              <a:spcAft>
                <a:spcPts val="0"/>
              </a:spcAft>
              <a:buClr>
                <a:schemeClr val="lt2"/>
              </a:buClr>
              <a:buSzPts val="18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Python</a:t>
            </a:r>
            <a:endParaRPr sz="22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2" name="TextBox 1">
            <a:extLst>
              <a:ext uri="{FF2B5EF4-FFF2-40B4-BE49-F238E27FC236}">
                <a16:creationId xmlns:a16="http://schemas.microsoft.com/office/drawing/2014/main" id="{6D987868-4D67-1D72-54B3-A97539F7C316}"/>
              </a:ext>
            </a:extLst>
          </p:cNvPr>
          <p:cNvSpPr txBox="1"/>
          <p:nvPr/>
        </p:nvSpPr>
        <p:spPr>
          <a:xfrm>
            <a:off x="971550" y="2289343"/>
            <a:ext cx="2324675" cy="430887"/>
          </a:xfrm>
          <a:prstGeom prst="rect">
            <a:avLst/>
          </a:prstGeom>
          <a:noFill/>
        </p:spPr>
        <p:txBody>
          <a:bodyPr wrap="none" rtlCol="0">
            <a:spAutoFit/>
          </a:bodyPr>
          <a:lstStyle/>
          <a:p>
            <a:r>
              <a:rPr lang="en-US" sz="2200" b="1" dirty="0">
                <a:solidFill>
                  <a:schemeClr val="tx2"/>
                </a:solidFill>
                <a:latin typeface="Times New Roman" panose="02020603050405020304" pitchFamily="18" charset="0"/>
                <a:cs typeface="Times New Roman" panose="02020603050405020304" pitchFamily="18" charset="0"/>
              </a:rPr>
              <a:t>Technology Stack</a:t>
            </a:r>
            <a:endParaRPr lang="en-IN" sz="2200" b="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971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167786"/>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dirty="0">
                <a:latin typeface="Times New Roman" panose="02020603050405020304" pitchFamily="18" charset="0"/>
                <a:cs typeface="Times New Roman" panose="02020603050405020304" pitchFamily="18" charset="0"/>
              </a:rPr>
              <a:t>Project Requirements </a:t>
            </a:r>
            <a:endParaRPr dirty="0">
              <a:latin typeface="Times New Roman" panose="02020603050405020304" pitchFamily="18" charset="0"/>
              <a:cs typeface="Times New Roman" panose="02020603050405020304" pitchFamily="18" charset="0"/>
            </a:endParaRPr>
          </a:p>
        </p:txBody>
      </p:sp>
      <p:sp>
        <p:nvSpPr>
          <p:cNvPr id="228" name="Google Shape;228;p3"/>
          <p:cNvSpPr txBox="1">
            <a:spLocks noGrp="1"/>
          </p:cNvSpPr>
          <p:nvPr>
            <p:ph type="body" idx="2"/>
          </p:nvPr>
        </p:nvSpPr>
        <p:spPr>
          <a:xfrm>
            <a:off x="952500" y="2228848"/>
            <a:ext cx="4838700" cy="428055"/>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sz="2200" b="1" dirty="0">
                <a:latin typeface="Times New Roman" panose="02020603050405020304" pitchFamily="18" charset="0"/>
                <a:cs typeface="Times New Roman" panose="02020603050405020304" pitchFamily="18" charset="0"/>
              </a:rPr>
              <a:t>Functional</a:t>
            </a:r>
            <a:r>
              <a:rPr lang="en-US" sz="20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Requirements</a:t>
            </a:r>
            <a:endParaRPr sz="2200" b="1" dirty="0">
              <a:latin typeface="Times New Roman" panose="02020603050405020304" pitchFamily="18" charset="0"/>
              <a:cs typeface="Times New Roman" panose="02020603050405020304" pitchFamily="18" charset="0"/>
            </a:endParaRPr>
          </a:p>
        </p:txBody>
      </p:sp>
      <p:sp>
        <p:nvSpPr>
          <p:cNvPr id="229" name="Google Shape;229;p3"/>
          <p:cNvSpPr txBox="1">
            <a:spLocks noGrp="1"/>
          </p:cNvSpPr>
          <p:nvPr>
            <p:ph type="body" idx="1"/>
          </p:nvPr>
        </p:nvSpPr>
        <p:spPr>
          <a:xfrm>
            <a:off x="952499" y="2656903"/>
            <a:ext cx="4838701" cy="392296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Autofit/>
          </a:bodyPr>
          <a:lstStyle/>
          <a:p>
            <a:pPr marL="432000" lvl="0" indent="-432000" algn="l" rtl="0">
              <a:lnSpc>
                <a:spcPct val="120000"/>
              </a:lnSpc>
              <a:spcBef>
                <a:spcPts val="0"/>
              </a:spcBef>
              <a:spcAft>
                <a:spcPts val="0"/>
              </a:spcAft>
              <a:buClr>
                <a:schemeClr val="dk1"/>
              </a:buClr>
              <a:buSzPts val="16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Data Collection</a:t>
            </a:r>
          </a:p>
          <a:p>
            <a:pPr marL="432000" lvl="0" indent="-432000" algn="l" rtl="0">
              <a:lnSpc>
                <a:spcPct val="120000"/>
              </a:lnSpc>
              <a:spcBef>
                <a:spcPts val="0"/>
              </a:spcBef>
              <a:spcAft>
                <a:spcPts val="0"/>
              </a:spcAft>
              <a:buClr>
                <a:schemeClr val="dk1"/>
              </a:buClr>
              <a:buSzPts val="16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Data Processing</a:t>
            </a:r>
          </a:p>
          <a:p>
            <a:pPr marL="432000" lvl="0" indent="-432000" algn="l" rtl="0">
              <a:lnSpc>
                <a:spcPct val="120000"/>
              </a:lnSpc>
              <a:spcBef>
                <a:spcPts val="0"/>
              </a:spcBef>
              <a:spcAft>
                <a:spcPts val="0"/>
              </a:spcAft>
              <a:buClr>
                <a:schemeClr val="dk1"/>
              </a:buClr>
              <a:buSzPts val="16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Integration</a:t>
            </a:r>
          </a:p>
          <a:p>
            <a:pPr marL="432000" lvl="0" indent="-432000" algn="l" rtl="0">
              <a:lnSpc>
                <a:spcPct val="120000"/>
              </a:lnSpc>
              <a:spcBef>
                <a:spcPts val="0"/>
              </a:spcBef>
              <a:spcAft>
                <a:spcPts val="0"/>
              </a:spcAft>
              <a:buClr>
                <a:schemeClr val="dk1"/>
              </a:buClr>
              <a:buSzPts val="16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Alerting and Notification Systems</a:t>
            </a:r>
            <a:endParaRPr lang="en-US" sz="2200" dirty="0">
              <a:latin typeface="Times New Roman" panose="02020603050405020304" pitchFamily="18" charset="0"/>
              <a:cs typeface="Times New Roman" panose="02020603050405020304" pitchFamily="18" charset="0"/>
            </a:endParaRPr>
          </a:p>
        </p:txBody>
      </p:sp>
      <p:sp>
        <p:nvSpPr>
          <p:cNvPr id="231" name="Google Shape;231;p3"/>
          <p:cNvSpPr txBox="1"/>
          <p:nvPr/>
        </p:nvSpPr>
        <p:spPr>
          <a:xfrm>
            <a:off x="6096000" y="2243142"/>
            <a:ext cx="5143500" cy="458790"/>
          </a:xfrm>
          <a:prstGeom prst="rect">
            <a:avLst/>
          </a:prstGeom>
          <a:noFill/>
          <a:ln>
            <a:noFill/>
          </a:ln>
        </p:spPr>
        <p:txBody>
          <a:bodyPr spcFirstLastPara="1" wrap="square" lIns="91425" tIns="45700" rIns="91425" bIns="45700" anchor="t" anchorCtr="0">
            <a:noAutofit/>
          </a:bodyPr>
          <a:lstStyle/>
          <a:p>
            <a:pPr marL="228600" indent="-228600">
              <a:lnSpc>
                <a:spcPct val="90000"/>
              </a:lnSpc>
              <a:buClr>
                <a:schemeClr val="lt2"/>
              </a:buClr>
              <a:buSzPts val="1800"/>
            </a:pPr>
            <a:r>
              <a:rPr lang="en-US" sz="2200" b="1" dirty="0">
                <a:solidFill>
                  <a:schemeClr val="lt2"/>
                </a:solidFill>
                <a:latin typeface="Times New Roman" panose="02020603050405020304" pitchFamily="18" charset="0"/>
                <a:ea typeface="Franklin Gothic"/>
                <a:cs typeface="Times New Roman" panose="02020603050405020304" pitchFamily="18" charset="0"/>
                <a:sym typeface="Franklin Gothic"/>
              </a:rPr>
              <a:t>Non-Functional Requirements</a:t>
            </a:r>
            <a:endParaRPr sz="2200" b="1" dirty="0">
              <a:latin typeface="Times New Roman" panose="02020603050405020304" pitchFamily="18" charset="0"/>
              <a:cs typeface="Times New Roman" panose="02020603050405020304" pitchFamily="18" charset="0"/>
            </a:endParaRPr>
          </a:p>
        </p:txBody>
      </p:sp>
      <p:sp>
        <p:nvSpPr>
          <p:cNvPr id="232" name="Google Shape;232;p3"/>
          <p:cNvSpPr txBox="1"/>
          <p:nvPr/>
        </p:nvSpPr>
        <p:spPr>
          <a:xfrm>
            <a:off x="6096000" y="2656903"/>
            <a:ext cx="4838701" cy="392296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Autofit/>
          </a:bodyPr>
          <a:lstStyle/>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dirty="0">
                <a:solidFill>
                  <a:schemeClr val="dk1"/>
                </a:solidFill>
                <a:latin typeface="Times New Roman" panose="02020603050405020304" pitchFamily="18" charset="0"/>
                <a:ea typeface="Libre Franklin"/>
                <a:cs typeface="Times New Roman" panose="02020603050405020304" pitchFamily="18" charset="0"/>
                <a:sym typeface="Libre Franklin"/>
              </a:rPr>
              <a:t>Performance</a:t>
            </a:r>
          </a:p>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dirty="0">
                <a:solidFill>
                  <a:schemeClr val="dk1"/>
                </a:solidFill>
                <a:latin typeface="Times New Roman" panose="02020603050405020304" pitchFamily="18" charset="0"/>
                <a:ea typeface="Libre Franklin"/>
                <a:cs typeface="Times New Roman" panose="02020603050405020304" pitchFamily="18" charset="0"/>
                <a:sym typeface="Libre Franklin"/>
              </a:rPr>
              <a:t>Reliability</a:t>
            </a:r>
          </a:p>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b="0" i="0" dirty="0">
                <a:solidFill>
                  <a:schemeClr val="dk1"/>
                </a:solidFill>
                <a:latin typeface="Times New Roman" panose="02020603050405020304" pitchFamily="18" charset="0"/>
                <a:ea typeface="Libre Franklin"/>
                <a:cs typeface="Times New Roman" panose="02020603050405020304" pitchFamily="18" charset="0"/>
                <a:sym typeface="Libre Franklin"/>
              </a:rPr>
              <a:t>Sec</a:t>
            </a:r>
            <a:r>
              <a:rPr lang="en-US" sz="2200" dirty="0">
                <a:solidFill>
                  <a:schemeClr val="dk1"/>
                </a:solidFill>
                <a:latin typeface="Times New Roman" panose="02020603050405020304" pitchFamily="18" charset="0"/>
                <a:ea typeface="Libre Franklin"/>
                <a:cs typeface="Times New Roman" panose="02020603050405020304" pitchFamily="18" charset="0"/>
                <a:sym typeface="Libre Franklin"/>
              </a:rPr>
              <a:t>urity</a:t>
            </a:r>
          </a:p>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b="0" i="0" dirty="0">
                <a:solidFill>
                  <a:schemeClr val="dk1"/>
                </a:solidFill>
                <a:latin typeface="Times New Roman" panose="02020603050405020304" pitchFamily="18" charset="0"/>
                <a:ea typeface="Libre Franklin"/>
                <a:cs typeface="Times New Roman" panose="02020603050405020304" pitchFamily="18" charset="0"/>
                <a:sym typeface="Libre Franklin"/>
              </a:rPr>
              <a:t>Compatibility</a:t>
            </a:r>
          </a:p>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dirty="0">
                <a:solidFill>
                  <a:schemeClr val="dk1"/>
                </a:solidFill>
                <a:latin typeface="Times New Roman" panose="02020603050405020304" pitchFamily="18" charset="0"/>
                <a:ea typeface="Libre Franklin"/>
                <a:cs typeface="Times New Roman" panose="02020603050405020304" pitchFamily="18" charset="0"/>
                <a:sym typeface="Libre Franklin"/>
              </a:rPr>
              <a:t>Usability</a:t>
            </a:r>
          </a:p>
          <a:p>
            <a:pPr marL="342900" marR="0" lvl="0" indent="-432000" algn="l" rtl="0">
              <a:lnSpc>
                <a:spcPct val="120000"/>
              </a:lnSpc>
              <a:spcBef>
                <a:spcPts val="0"/>
              </a:spcBef>
              <a:spcAft>
                <a:spcPts val="0"/>
              </a:spcAft>
              <a:buClr>
                <a:schemeClr val="dk1"/>
              </a:buClr>
              <a:buSzPts val="1600"/>
              <a:buFont typeface="Wingdings" panose="05000000000000000000" pitchFamily="2" charset="2"/>
              <a:buChar char="§"/>
            </a:pPr>
            <a:r>
              <a:rPr lang="en-US" sz="2200" dirty="0">
                <a:solidFill>
                  <a:schemeClr val="dk1"/>
                </a:solidFill>
                <a:latin typeface="Times New Roman" panose="02020603050405020304" pitchFamily="18" charset="0"/>
                <a:ea typeface="Libre Franklin"/>
                <a:cs typeface="Times New Roman" panose="02020603050405020304" pitchFamily="18" charset="0"/>
                <a:sym typeface="Libre Franklin"/>
              </a:rPr>
              <a:t>Compatibility</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35447" y="1147376"/>
            <a:ext cx="5780809" cy="432203"/>
          </a:xfrm>
          <a:prstGeom prst="rect">
            <a:avLst/>
          </a:prstGeom>
          <a:noFill/>
          <a:ln>
            <a:noFill/>
          </a:ln>
        </p:spPr>
        <p:txBody>
          <a:bodyPr spcFirstLastPara="1" wrap="square" lIns="0" tIns="0" rIns="0" bIns="0" anchor="b" anchorCtr="0">
            <a:normAutofit fontScale="90000"/>
          </a:bodyPr>
          <a:lstStyle/>
          <a:p>
            <a:pPr lvl="0">
              <a:buSzPct val="100000"/>
            </a:pPr>
            <a:r>
              <a:rPr lang="en-US" dirty="0">
                <a:latin typeface="Times New Roman" panose="02020603050405020304" pitchFamily="18" charset="0"/>
                <a:cs typeface="Times New Roman" panose="02020603050405020304" pitchFamily="18" charset="0"/>
              </a:rPr>
              <a:t>Project Requirements </a:t>
            </a:r>
            <a:endParaRPr dirty="0">
              <a:latin typeface="Times New Roman" panose="02020603050405020304" pitchFamily="18" charset="0"/>
              <a:cs typeface="Times New Roman" panose="02020603050405020304" pitchFamily="18" charset="0"/>
            </a:endParaRPr>
          </a:p>
        </p:txBody>
      </p:sp>
      <p:sp>
        <p:nvSpPr>
          <p:cNvPr id="228" name="Google Shape;228;p3"/>
          <p:cNvSpPr txBox="1">
            <a:spLocks noGrp="1"/>
          </p:cNvSpPr>
          <p:nvPr>
            <p:ph type="body" idx="2"/>
          </p:nvPr>
        </p:nvSpPr>
        <p:spPr>
          <a:xfrm>
            <a:off x="935447" y="2224700"/>
            <a:ext cx="5265330" cy="432203"/>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sz="2200" b="1" dirty="0">
                <a:latin typeface="Times New Roman" panose="02020603050405020304" pitchFamily="18" charset="0"/>
                <a:cs typeface="Times New Roman" panose="02020603050405020304" pitchFamily="18" charset="0"/>
              </a:rPr>
              <a:t>Hardware Requirements</a:t>
            </a:r>
            <a:r>
              <a:rPr lang="en-US" dirty="0"/>
              <a:t>	</a:t>
            </a:r>
            <a:endParaRPr dirty="0"/>
          </a:p>
        </p:txBody>
      </p:sp>
      <p:sp>
        <p:nvSpPr>
          <p:cNvPr id="229" name="Google Shape;229;p3"/>
          <p:cNvSpPr txBox="1">
            <a:spLocks noGrp="1"/>
          </p:cNvSpPr>
          <p:nvPr>
            <p:ph type="body" idx="1"/>
          </p:nvPr>
        </p:nvSpPr>
        <p:spPr>
          <a:xfrm>
            <a:off x="935446" y="2656903"/>
            <a:ext cx="4962525" cy="392296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Autofit/>
          </a:bodyPr>
          <a:lstStyle/>
          <a:p>
            <a:pPr marL="342900" marR="0" lvl="0" indent="-432000" algn="l" rtl="0">
              <a:lnSpc>
                <a:spcPct val="120000"/>
              </a:lnSpc>
              <a:spcBef>
                <a:spcPts val="0"/>
              </a:spcBef>
              <a:spcAft>
                <a:spcPts val="0"/>
              </a:spcAft>
              <a:buClr>
                <a:schemeClr val="lt2"/>
              </a:buClr>
              <a:buSzPts val="1800"/>
              <a:buFont typeface="Wingdings" panose="05000000000000000000" pitchFamily="2" charset="2"/>
              <a:buChar char="§"/>
            </a:pPr>
            <a:r>
              <a:rPr lang="en-IN" sz="2200" dirty="0" err="1">
                <a:solidFill>
                  <a:schemeClr val="tx1"/>
                </a:solidFill>
                <a:latin typeface="Times New Roman" panose="02020603050405020304" pitchFamily="18" charset="0"/>
                <a:cs typeface="Times New Roman" panose="02020603050405020304" pitchFamily="18" charset="0"/>
              </a:rPr>
              <a:t>Nodemcu</a:t>
            </a:r>
            <a:r>
              <a:rPr lang="en-IN" sz="2200" dirty="0">
                <a:solidFill>
                  <a:schemeClr val="tx1"/>
                </a:solidFill>
                <a:latin typeface="Times New Roman" panose="02020603050405020304" pitchFamily="18" charset="0"/>
                <a:cs typeface="Times New Roman" panose="02020603050405020304" pitchFamily="18" charset="0"/>
              </a:rPr>
              <a:t> board</a:t>
            </a:r>
          </a:p>
          <a:p>
            <a:pPr marL="342900" marR="0" lvl="0" indent="-432000" algn="l" rtl="0">
              <a:lnSpc>
                <a:spcPct val="120000"/>
              </a:lnSpc>
              <a:spcBef>
                <a:spcPts val="0"/>
              </a:spcBef>
              <a:spcAft>
                <a:spcPts val="0"/>
              </a:spcAft>
              <a:buClr>
                <a:schemeClr val="lt2"/>
              </a:buClr>
              <a:buSzPts val="1800"/>
              <a:buFont typeface="Wingdings" panose="05000000000000000000" pitchFamily="2" charset="2"/>
              <a:buChar char="§"/>
            </a:pPr>
            <a:r>
              <a:rPr lang="en-IN" sz="2200" dirty="0">
                <a:solidFill>
                  <a:schemeClr val="tx1"/>
                </a:solidFill>
                <a:latin typeface="Times New Roman" panose="02020603050405020304" pitchFamily="18" charset="0"/>
                <a:cs typeface="Times New Roman" panose="02020603050405020304" pitchFamily="18" charset="0"/>
              </a:rPr>
              <a:t>Rain sensor</a:t>
            </a:r>
          </a:p>
          <a:p>
            <a:pPr marL="342900" marR="0" lvl="0" indent="-432000" algn="l" rtl="0">
              <a:lnSpc>
                <a:spcPct val="120000"/>
              </a:lnSpc>
              <a:spcBef>
                <a:spcPts val="0"/>
              </a:spcBef>
              <a:spcAft>
                <a:spcPts val="0"/>
              </a:spcAft>
              <a:buClr>
                <a:schemeClr val="lt2"/>
              </a:buClr>
              <a:buSzPts val="1800"/>
              <a:buFont typeface="Wingdings" panose="05000000000000000000" pitchFamily="2" charset="2"/>
              <a:buChar char="§"/>
            </a:pPr>
            <a:r>
              <a:rPr lang="en-IN" sz="2200" dirty="0">
                <a:solidFill>
                  <a:schemeClr val="tx1"/>
                </a:solidFill>
                <a:latin typeface="Times New Roman" panose="02020603050405020304" pitchFamily="18" charset="0"/>
                <a:cs typeface="Times New Roman" panose="02020603050405020304" pitchFamily="18" charset="0"/>
              </a:rPr>
              <a:t>BMP180 sensor</a:t>
            </a:r>
          </a:p>
          <a:p>
            <a:pPr marL="342900" marR="0" lvl="0" indent="-432000" algn="l" rtl="0">
              <a:lnSpc>
                <a:spcPct val="120000"/>
              </a:lnSpc>
              <a:spcBef>
                <a:spcPts val="0"/>
              </a:spcBef>
              <a:spcAft>
                <a:spcPts val="0"/>
              </a:spcAft>
              <a:buClr>
                <a:schemeClr val="lt2"/>
              </a:buClr>
              <a:buSzPts val="1800"/>
              <a:buFont typeface="Wingdings" panose="05000000000000000000" pitchFamily="2" charset="2"/>
              <a:buChar char="§"/>
            </a:pPr>
            <a:r>
              <a:rPr lang="en-IN" sz="2200" dirty="0">
                <a:solidFill>
                  <a:schemeClr val="tx1"/>
                </a:solidFill>
                <a:latin typeface="Times New Roman" panose="02020603050405020304" pitchFamily="18" charset="0"/>
                <a:cs typeface="Times New Roman" panose="02020603050405020304" pitchFamily="18" charset="0"/>
              </a:rPr>
              <a:t>DHT11 sensor</a:t>
            </a:r>
          </a:p>
          <a:p>
            <a:pPr marL="0" lvl="0" indent="0" algn="l" rtl="0">
              <a:lnSpc>
                <a:spcPct val="90000"/>
              </a:lnSpc>
              <a:spcBef>
                <a:spcPts val="0"/>
              </a:spcBef>
              <a:spcAft>
                <a:spcPts val="0"/>
              </a:spcAft>
              <a:buClr>
                <a:schemeClr val="dk1"/>
              </a:buClr>
              <a:buSzPts val="1600"/>
            </a:pPr>
            <a:endParaRPr lang="en-US" sz="2400" dirty="0">
              <a:latin typeface="Montserrat" panose="00000500000000000000" pitchFamily="2" charset="0"/>
            </a:endParaRPr>
          </a:p>
          <a:p>
            <a:pPr marL="285750" lvl="0" indent="-285750" algn="l" rtl="0">
              <a:lnSpc>
                <a:spcPct val="90000"/>
              </a:lnSpc>
              <a:spcBef>
                <a:spcPts val="0"/>
              </a:spcBef>
              <a:spcAft>
                <a:spcPts val="0"/>
              </a:spcAft>
              <a:buClr>
                <a:schemeClr val="dk1"/>
              </a:buClr>
              <a:buSzPts val="1600"/>
              <a:buFont typeface="Noto Sans Symbols"/>
              <a:buChar char="⮚"/>
            </a:pPr>
            <a:endParaRPr lang="en-US" sz="2400" dirty="0">
              <a:latin typeface="Montserrat" panose="00000500000000000000" pitchFamily="2" charset="0"/>
            </a:endParaRPr>
          </a:p>
          <a:p>
            <a:pPr marL="285750" lvl="0" indent="-285750" algn="l" rtl="0">
              <a:lnSpc>
                <a:spcPct val="90000"/>
              </a:lnSpc>
              <a:spcBef>
                <a:spcPts val="0"/>
              </a:spcBef>
              <a:spcAft>
                <a:spcPts val="0"/>
              </a:spcAft>
              <a:buClr>
                <a:schemeClr val="dk1"/>
              </a:buClr>
              <a:buSzPts val="1600"/>
              <a:buFont typeface="Noto Sans Symbols"/>
              <a:buChar char="⮚"/>
            </a:pPr>
            <a:endParaRPr lang="en-US" dirty="0"/>
          </a:p>
          <a:p>
            <a:pPr marL="285750" lvl="0" indent="-285750" algn="l" rtl="0">
              <a:lnSpc>
                <a:spcPct val="90000"/>
              </a:lnSpc>
              <a:spcBef>
                <a:spcPts val="0"/>
              </a:spcBef>
              <a:spcAft>
                <a:spcPts val="0"/>
              </a:spcAft>
              <a:buClr>
                <a:schemeClr val="dk1"/>
              </a:buClr>
              <a:buSzPts val="1600"/>
              <a:buFont typeface="Noto Sans Symbols"/>
              <a:buChar char="⮚"/>
            </a:pPr>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7" name="Google Shape;228;p3"/>
          <p:cNvSpPr txBox="1">
            <a:spLocks noGrp="1"/>
          </p:cNvSpPr>
          <p:nvPr>
            <p:ph type="body" idx="2"/>
          </p:nvPr>
        </p:nvSpPr>
        <p:spPr>
          <a:xfrm>
            <a:off x="6234127" y="2295520"/>
            <a:ext cx="4838700" cy="399479"/>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sz="2200" b="1" dirty="0">
                <a:latin typeface="Times New Roman" panose="02020603050405020304" pitchFamily="18" charset="0"/>
                <a:cs typeface="Times New Roman" panose="02020603050405020304" pitchFamily="18" charset="0"/>
              </a:rPr>
              <a:t>Software Requirements</a:t>
            </a:r>
            <a:endParaRPr sz="2200" b="1" dirty="0">
              <a:latin typeface="Times New Roman" panose="02020603050405020304" pitchFamily="18" charset="0"/>
              <a:cs typeface="Times New Roman" panose="02020603050405020304" pitchFamily="18" charset="0"/>
            </a:endParaRPr>
          </a:p>
        </p:txBody>
      </p:sp>
      <p:sp>
        <p:nvSpPr>
          <p:cNvPr id="8" name="Google Shape;229;p3"/>
          <p:cNvSpPr txBox="1">
            <a:spLocks noGrp="1"/>
          </p:cNvSpPr>
          <p:nvPr>
            <p:ph type="body" idx="1"/>
          </p:nvPr>
        </p:nvSpPr>
        <p:spPr>
          <a:xfrm>
            <a:off x="6234126" y="2694999"/>
            <a:ext cx="4838701" cy="3922968"/>
          </a:xfrm>
          <a:prstGeom prst="rect">
            <a:avLst/>
          </a:prstGeom>
          <a:noFill/>
          <a:ln w="9525" cap="flat" cmpd="sng">
            <a:noFill/>
            <a:prstDash val="solid"/>
            <a:round/>
            <a:headEnd type="none" w="sm" len="sm"/>
            <a:tailEnd type="none" w="sm" len="sm"/>
          </a:ln>
        </p:spPr>
        <p:txBody>
          <a:bodyPr spcFirstLastPara="1" wrap="square" lIns="91425" tIns="45700" rIns="91425" bIns="45700" anchor="t" anchorCtr="0">
            <a:noAutofit/>
          </a:bodyPr>
          <a:lstStyle/>
          <a:p>
            <a:pPr marL="342900" indent="-432000">
              <a:lnSpc>
                <a:spcPct val="120000"/>
              </a:lnSpc>
              <a:spcBef>
                <a:spcPts val="0"/>
              </a:spcBef>
              <a:buFont typeface="Wingdings" panose="05000000000000000000" pitchFamily="2" charset="2"/>
              <a:buChar char="§"/>
            </a:pPr>
            <a:r>
              <a:rPr lang="fr-FR" sz="2200" dirty="0">
                <a:solidFill>
                  <a:schemeClr val="tx1"/>
                </a:solidFill>
                <a:latin typeface="Times New Roman" panose="02020603050405020304" pitchFamily="18" charset="0"/>
                <a:cs typeface="Times New Roman" panose="02020603050405020304" pitchFamily="18" charset="0"/>
              </a:rPr>
              <a:t> </a:t>
            </a:r>
            <a:r>
              <a:rPr lang="en-IN" sz="2200" dirty="0" err="1">
                <a:solidFill>
                  <a:schemeClr val="tx1"/>
                </a:solidFill>
                <a:latin typeface="Times New Roman" panose="02020603050405020304" pitchFamily="18" charset="0"/>
                <a:cs typeface="Times New Roman" panose="02020603050405020304" pitchFamily="18" charset="0"/>
              </a:rPr>
              <a:t>ArduinoIDE</a:t>
            </a:r>
            <a:endParaRPr lang="fr-FR" sz="2200" dirty="0">
              <a:solidFill>
                <a:schemeClr val="tx1"/>
              </a:solidFill>
              <a:latin typeface="Times New Roman" panose="02020603050405020304" pitchFamily="18" charset="0"/>
              <a:cs typeface="Times New Roman" panose="02020603050405020304" pitchFamily="18" charset="0"/>
            </a:endParaRPr>
          </a:p>
          <a:p>
            <a:pPr marL="342900" indent="-432000">
              <a:lnSpc>
                <a:spcPct val="120000"/>
              </a:lnSpc>
              <a:spcBef>
                <a:spcPts val="0"/>
              </a:spcBef>
              <a:buFont typeface="Wingdings" panose="05000000000000000000" pitchFamily="2" charset="2"/>
              <a:buChar char="§"/>
            </a:pPr>
            <a:r>
              <a:rPr lang="en-IN" sz="2200" dirty="0" err="1">
                <a:solidFill>
                  <a:schemeClr val="tx1"/>
                </a:solidFill>
                <a:latin typeface="Times New Roman" panose="02020603050405020304" pitchFamily="18" charset="0"/>
                <a:cs typeface="Times New Roman" panose="02020603050405020304" pitchFamily="18" charset="0"/>
              </a:rPr>
              <a:t>ThingSpeak</a:t>
            </a:r>
            <a:r>
              <a:rPr lang="en-IN" sz="2200" dirty="0">
                <a:solidFill>
                  <a:schemeClr val="tx1"/>
                </a:solidFill>
                <a:latin typeface="Times New Roman" panose="02020603050405020304" pitchFamily="18" charset="0"/>
                <a:cs typeface="Times New Roman" panose="02020603050405020304" pitchFamily="18" charset="0"/>
              </a:rPr>
              <a:t> Platform</a:t>
            </a:r>
            <a:endParaRPr lang="fr-FR" sz="2200" dirty="0">
              <a:solidFill>
                <a:schemeClr val="tx1"/>
              </a:solidFill>
              <a:latin typeface="Times New Roman" panose="02020603050405020304" pitchFamily="18" charset="0"/>
              <a:cs typeface="Times New Roman" panose="02020603050405020304" pitchFamily="18" charset="0"/>
            </a:endParaRPr>
          </a:p>
          <a:p>
            <a:pPr marL="342900" indent="-432000">
              <a:lnSpc>
                <a:spcPct val="120000"/>
              </a:lnSpc>
              <a:spcBef>
                <a:spcPts val="0"/>
              </a:spcBef>
              <a:buFont typeface="Wingdings" panose="05000000000000000000" pitchFamily="2" charset="2"/>
              <a:buChar char="§"/>
            </a:pPr>
            <a:r>
              <a:rPr lang="en-IN" sz="2200" dirty="0">
                <a:solidFill>
                  <a:schemeClr val="tx1"/>
                </a:solidFill>
                <a:latin typeface="Times New Roman" panose="02020603050405020304" pitchFamily="18" charset="0"/>
                <a:cs typeface="Times New Roman" panose="02020603050405020304" pitchFamily="18" charset="0"/>
              </a:rPr>
              <a:t>Web Platform</a:t>
            </a:r>
            <a:endParaRPr lang="fr-FR" sz="2200" dirty="0">
              <a:solidFill>
                <a:schemeClr val="tx1"/>
              </a:solidFill>
              <a:latin typeface="Times New Roman" panose="02020603050405020304" pitchFamily="18" charset="0"/>
              <a:cs typeface="Times New Roman" panose="02020603050405020304" pitchFamily="18" charset="0"/>
            </a:endParaRPr>
          </a:p>
          <a:p>
            <a:pPr marL="342900" indent="-432000">
              <a:lnSpc>
                <a:spcPct val="120000"/>
              </a:lnSpc>
              <a:spcBef>
                <a:spcPts val="0"/>
              </a:spcBef>
              <a:buFont typeface="Wingdings" panose="05000000000000000000" pitchFamily="2" charset="2"/>
              <a:buChar char="§"/>
            </a:pPr>
            <a:r>
              <a:rPr lang="fr-FR" sz="2200" dirty="0">
                <a:solidFill>
                  <a:schemeClr val="tx1"/>
                </a:solidFill>
                <a:latin typeface="Times New Roman" panose="02020603050405020304" pitchFamily="18" charset="0"/>
                <a:cs typeface="Times New Roman" panose="02020603050405020304" pitchFamily="18" charset="0"/>
              </a:rPr>
              <a:t>VS Code</a:t>
            </a:r>
          </a:p>
        </p:txBody>
      </p:sp>
    </p:spTree>
    <p:extLst>
      <p:ext uri="{BB962C8B-B14F-4D97-AF65-F5344CB8AC3E}">
        <p14:creationId xmlns:p14="http://schemas.microsoft.com/office/powerpoint/2010/main" val="1155483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dirty="0">
                <a:latin typeface="Times New Roman" panose="02020603050405020304" pitchFamily="18" charset="0"/>
                <a:cs typeface="Times New Roman" panose="02020603050405020304" pitchFamily="18" charset="0"/>
              </a:rPr>
              <a:t>Design </a:t>
            </a:r>
            <a:endParaRPr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6" name="Picture 5">
            <a:extLst>
              <a:ext uri="{FF2B5EF4-FFF2-40B4-BE49-F238E27FC236}">
                <a16:creationId xmlns:a16="http://schemas.microsoft.com/office/drawing/2014/main" id="{6F7F2DA9-D506-2613-2BFB-ECB1674ACC3F}"/>
              </a:ext>
            </a:extLst>
          </p:cNvPr>
          <p:cNvPicPr>
            <a:picLocks noChangeAspect="1"/>
          </p:cNvPicPr>
          <p:nvPr/>
        </p:nvPicPr>
        <p:blipFill>
          <a:blip r:embed="rId4"/>
          <a:stretch>
            <a:fillRect/>
          </a:stretch>
        </p:blipFill>
        <p:spPr>
          <a:xfrm>
            <a:off x="3842903" y="2294595"/>
            <a:ext cx="6582694" cy="4372585"/>
          </a:xfrm>
          <a:prstGeom prst="rect">
            <a:avLst/>
          </a:prstGeom>
          <a:ln>
            <a:solidFill>
              <a:schemeClr val="bg1"/>
            </a:solidFill>
          </a:ln>
        </p:spPr>
      </p:pic>
      <p:sp>
        <p:nvSpPr>
          <p:cNvPr id="7" name="TextBox 6">
            <a:extLst>
              <a:ext uri="{FF2B5EF4-FFF2-40B4-BE49-F238E27FC236}">
                <a16:creationId xmlns:a16="http://schemas.microsoft.com/office/drawing/2014/main" id="{8BD2275F-BD9D-5627-6DED-49D42C2A3FA8}"/>
              </a:ext>
            </a:extLst>
          </p:cNvPr>
          <p:cNvSpPr txBox="1"/>
          <p:nvPr/>
        </p:nvSpPr>
        <p:spPr>
          <a:xfrm flipH="1">
            <a:off x="5417029" y="1863708"/>
            <a:ext cx="4033156" cy="430887"/>
          </a:xfrm>
          <a:prstGeom prst="rect">
            <a:avLst/>
          </a:prstGeom>
          <a:noFill/>
        </p:spPr>
        <p:txBody>
          <a:bodyPr wrap="square" rtlCol="0">
            <a:spAutoFit/>
          </a:bodyPr>
          <a:lstStyle/>
          <a:p>
            <a:r>
              <a:rPr lang="en-US" sz="2200" b="1" dirty="0">
                <a:solidFill>
                  <a:schemeClr val="tx2"/>
                </a:solidFill>
                <a:latin typeface="Times New Roman" panose="02020603050405020304" pitchFamily="18" charset="0"/>
                <a:cs typeface="Times New Roman" panose="02020603050405020304" pitchFamily="18" charset="0"/>
              </a:rPr>
              <a:t>Data Flow Diagram</a:t>
            </a:r>
            <a:endParaRPr lang="en-IN" sz="2200" b="1" dirty="0">
              <a:solidFill>
                <a:schemeClr val="tx2"/>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3296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dirty="0">
                <a:latin typeface="Times New Roman" panose="02020603050405020304" pitchFamily="18" charset="0"/>
                <a:cs typeface="Times New Roman" panose="02020603050405020304" pitchFamily="18" charset="0"/>
              </a:rPr>
              <a:t>Design</a:t>
            </a:r>
            <a:r>
              <a:rPr lang="en-US" dirty="0"/>
              <a:t> </a:t>
            </a:r>
            <a:endParaRPr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7" name="TextBox 6">
            <a:extLst>
              <a:ext uri="{FF2B5EF4-FFF2-40B4-BE49-F238E27FC236}">
                <a16:creationId xmlns:a16="http://schemas.microsoft.com/office/drawing/2014/main" id="{8BD2275F-BD9D-5627-6DED-49D42C2A3FA8}"/>
              </a:ext>
            </a:extLst>
          </p:cNvPr>
          <p:cNvSpPr txBox="1"/>
          <p:nvPr/>
        </p:nvSpPr>
        <p:spPr>
          <a:xfrm flipH="1">
            <a:off x="4588329" y="1996588"/>
            <a:ext cx="4992485" cy="430887"/>
          </a:xfrm>
          <a:prstGeom prst="rect">
            <a:avLst/>
          </a:prstGeom>
          <a:noFill/>
        </p:spPr>
        <p:txBody>
          <a:bodyPr wrap="square" rtlCol="0">
            <a:spAutoFit/>
          </a:bodyPr>
          <a:lstStyle/>
          <a:p>
            <a:r>
              <a:rPr lang="en-US" sz="2200" b="1" dirty="0">
                <a:solidFill>
                  <a:schemeClr val="tx2"/>
                </a:solidFill>
                <a:latin typeface="Times New Roman" panose="02020603050405020304" pitchFamily="18" charset="0"/>
                <a:cs typeface="Times New Roman" panose="02020603050405020304" pitchFamily="18" charset="0"/>
              </a:rPr>
              <a:t>Architecture of Project Implementation</a:t>
            </a:r>
            <a:endParaRPr lang="en-IN" sz="2200" b="1" dirty="0">
              <a:solidFill>
                <a:schemeClr val="tx2"/>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43C5556-8897-ECCF-4F68-CAC1E417E228}"/>
              </a:ext>
            </a:extLst>
          </p:cNvPr>
          <p:cNvPicPr>
            <a:picLocks noChangeAspect="1"/>
          </p:cNvPicPr>
          <p:nvPr/>
        </p:nvPicPr>
        <p:blipFill>
          <a:blip r:embed="rId4"/>
          <a:stretch>
            <a:fillRect/>
          </a:stretch>
        </p:blipFill>
        <p:spPr>
          <a:xfrm>
            <a:off x="3842903" y="2521572"/>
            <a:ext cx="5944430" cy="3629532"/>
          </a:xfrm>
          <a:prstGeom prst="rect">
            <a:avLst/>
          </a:prstGeom>
        </p:spPr>
      </p:pic>
    </p:spTree>
    <p:extLst>
      <p:ext uri="{BB962C8B-B14F-4D97-AF65-F5344CB8AC3E}">
        <p14:creationId xmlns:p14="http://schemas.microsoft.com/office/powerpoint/2010/main" val="469987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dirty="0">
                <a:latin typeface="Times New Roman" panose="02020603050405020304" pitchFamily="18" charset="0"/>
                <a:cs typeface="Times New Roman" panose="02020603050405020304" pitchFamily="18" charset="0"/>
              </a:rPr>
              <a:t>Circuit Diagram </a:t>
            </a:r>
            <a:endParaRPr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68966292-8988-9ED1-21B4-02E410BA3ABA}"/>
              </a:ext>
            </a:extLst>
          </p:cNvPr>
          <p:cNvPicPr>
            <a:picLocks noChangeAspect="1"/>
          </p:cNvPicPr>
          <p:nvPr/>
        </p:nvPicPr>
        <p:blipFill>
          <a:blip r:embed="rId4"/>
          <a:stretch>
            <a:fillRect/>
          </a:stretch>
        </p:blipFill>
        <p:spPr>
          <a:xfrm>
            <a:off x="3623917" y="2182552"/>
            <a:ext cx="4944165" cy="3258005"/>
          </a:xfrm>
          <a:prstGeom prst="rect">
            <a:avLst/>
          </a:prstGeom>
        </p:spPr>
      </p:pic>
    </p:spTree>
    <p:extLst>
      <p:ext uri="{BB962C8B-B14F-4D97-AF65-F5344CB8AC3E}">
        <p14:creationId xmlns:p14="http://schemas.microsoft.com/office/powerpoint/2010/main" val="219114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dirty="0" err="1">
                <a:latin typeface="Times New Roman" panose="02020603050405020304" pitchFamily="18" charset="0"/>
                <a:cs typeface="Times New Roman" panose="02020603050405020304" pitchFamily="18" charset="0"/>
              </a:rPr>
              <a:t>WiFi</a:t>
            </a:r>
            <a:r>
              <a:rPr lang="en-US" dirty="0">
                <a:latin typeface="Times New Roman" panose="02020603050405020304" pitchFamily="18" charset="0"/>
                <a:cs typeface="Times New Roman" panose="02020603050405020304" pitchFamily="18" charset="0"/>
              </a:rPr>
              <a:t> Module</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6DFE8E13-4DE2-1EB9-A157-3AF510532A81}"/>
              </a:ext>
            </a:extLst>
          </p:cNvPr>
          <p:cNvSpPr txBox="1"/>
          <p:nvPr/>
        </p:nvSpPr>
        <p:spPr>
          <a:xfrm>
            <a:off x="935447" y="2267406"/>
            <a:ext cx="9412202" cy="769441"/>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The ESP8266 </a:t>
            </a:r>
            <a:r>
              <a:rPr lang="en-US" sz="2200" dirty="0" err="1">
                <a:latin typeface="Times New Roman" panose="02020603050405020304" pitchFamily="18" charset="0"/>
                <a:cs typeface="Times New Roman" panose="02020603050405020304" pitchFamily="18" charset="0"/>
              </a:rPr>
              <a:t>WiFi</a:t>
            </a:r>
            <a:r>
              <a:rPr lang="en-US" sz="2200" dirty="0">
                <a:latin typeface="Times New Roman" panose="02020603050405020304" pitchFamily="18" charset="0"/>
                <a:cs typeface="Times New Roman" panose="02020603050405020304" pitchFamily="18" charset="0"/>
              </a:rPr>
              <a:t> Module is a self-contained SOC with in an integrated TCP/IP protocol stack that can give any microcontroller access to your </a:t>
            </a:r>
            <a:r>
              <a:rPr lang="en-US" sz="2200" dirty="0" err="1">
                <a:latin typeface="Times New Roman" panose="02020603050405020304" pitchFamily="18" charset="0"/>
                <a:cs typeface="Times New Roman" panose="02020603050405020304" pitchFamily="18" charset="0"/>
              </a:rPr>
              <a:t>WiFi</a:t>
            </a:r>
            <a:r>
              <a:rPr lang="en-US" sz="2200" dirty="0">
                <a:latin typeface="Times New Roman" panose="02020603050405020304" pitchFamily="18" charset="0"/>
                <a:cs typeface="Times New Roman" panose="02020603050405020304" pitchFamily="18" charset="0"/>
              </a:rPr>
              <a:t> network.</a:t>
            </a:r>
            <a:endParaRPr lang="en-IN" sz="22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6DD744C-79B0-507A-670B-501DDCF283A7}"/>
              </a:ext>
            </a:extLst>
          </p:cNvPr>
          <p:cNvPicPr>
            <a:picLocks noChangeAspect="1"/>
          </p:cNvPicPr>
          <p:nvPr/>
        </p:nvPicPr>
        <p:blipFill>
          <a:blip r:embed="rId4"/>
          <a:stretch>
            <a:fillRect/>
          </a:stretch>
        </p:blipFill>
        <p:spPr>
          <a:xfrm>
            <a:off x="3290755" y="3597383"/>
            <a:ext cx="4677428" cy="2476846"/>
          </a:xfrm>
          <a:prstGeom prst="rect">
            <a:avLst/>
          </a:prstGeom>
        </p:spPr>
      </p:pic>
    </p:spTree>
    <p:extLst>
      <p:ext uri="{BB962C8B-B14F-4D97-AF65-F5344CB8AC3E}">
        <p14:creationId xmlns:p14="http://schemas.microsoft.com/office/powerpoint/2010/main" val="1740956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9460464"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IN" dirty="0">
                <a:latin typeface="Times New Roman" panose="02020603050405020304" pitchFamily="18" charset="0"/>
                <a:cs typeface="Times New Roman" panose="02020603050405020304" pitchFamily="18" charset="0"/>
              </a:rPr>
              <a:t>DHT11(Temperature &amp; Humidity sensor)</a:t>
            </a:r>
            <a:endParaRPr 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6DFE8E13-4DE2-1EB9-A157-3AF510532A81}"/>
              </a:ext>
            </a:extLst>
          </p:cNvPr>
          <p:cNvSpPr txBox="1"/>
          <p:nvPr/>
        </p:nvSpPr>
        <p:spPr>
          <a:xfrm>
            <a:off x="935447" y="2267406"/>
            <a:ext cx="9477516" cy="1446550"/>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The DHT-11 Digital Temperature and Humidity Sensor is a basic, ultra-low-cost digital temperature and humidity sensor. It uses a capacitive humidity sensor and a thermistor to measure the surrounding air and spits out a digital signal on the data pin.</a:t>
            </a:r>
            <a:endParaRPr lang="en-IN" sz="2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06A60FE-ACB4-E24A-BC55-AC16B4F73C16}"/>
              </a:ext>
            </a:extLst>
          </p:cNvPr>
          <p:cNvPicPr>
            <a:picLocks noChangeAspect="1"/>
          </p:cNvPicPr>
          <p:nvPr/>
        </p:nvPicPr>
        <p:blipFill>
          <a:blip r:embed="rId4"/>
          <a:stretch>
            <a:fillRect/>
          </a:stretch>
        </p:blipFill>
        <p:spPr>
          <a:xfrm>
            <a:off x="4185971" y="3713956"/>
            <a:ext cx="3820058" cy="2219635"/>
          </a:xfrm>
          <a:prstGeom prst="rect">
            <a:avLst/>
          </a:prstGeom>
        </p:spPr>
      </p:pic>
    </p:spTree>
    <p:extLst>
      <p:ext uri="{BB962C8B-B14F-4D97-AF65-F5344CB8AC3E}">
        <p14:creationId xmlns:p14="http://schemas.microsoft.com/office/powerpoint/2010/main" val="1920450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9460464"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IN" dirty="0">
                <a:latin typeface="Times New Roman" panose="02020603050405020304" pitchFamily="18" charset="0"/>
                <a:cs typeface="Times New Roman" panose="02020603050405020304" pitchFamily="18" charset="0"/>
              </a:rPr>
              <a:t>BMP180 (Pressure Sensor)</a:t>
            </a:r>
            <a:endParaRPr 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6DFE8E13-4DE2-1EB9-A157-3AF510532A81}"/>
              </a:ext>
            </a:extLst>
          </p:cNvPr>
          <p:cNvSpPr txBox="1"/>
          <p:nvPr/>
        </p:nvSpPr>
        <p:spPr>
          <a:xfrm>
            <a:off x="935447" y="2267406"/>
            <a:ext cx="9477516" cy="1446550"/>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BMP180 sensor senses that pressure and provides that information in digital output. 9Also, the temperature affects the pressure and so we need temperature compensated pressure reading. To compensate, the BM180 also has good temperature sensor.</a:t>
            </a:r>
            <a:endParaRPr lang="en-IN" sz="2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06A60FE-ACB4-E24A-BC55-AC16B4F73C16}"/>
              </a:ext>
            </a:extLst>
          </p:cNvPr>
          <p:cNvPicPr>
            <a:picLocks noChangeAspect="1"/>
          </p:cNvPicPr>
          <p:nvPr/>
        </p:nvPicPr>
        <p:blipFill>
          <a:blip r:embed="rId4"/>
          <a:srcRect/>
          <a:stretch/>
        </p:blipFill>
        <p:spPr>
          <a:xfrm>
            <a:off x="4287696" y="3713956"/>
            <a:ext cx="3616608" cy="2219635"/>
          </a:xfrm>
          <a:prstGeom prst="rect">
            <a:avLst/>
          </a:prstGeom>
        </p:spPr>
      </p:pic>
    </p:spTree>
    <p:extLst>
      <p:ext uri="{BB962C8B-B14F-4D97-AF65-F5344CB8AC3E}">
        <p14:creationId xmlns:p14="http://schemas.microsoft.com/office/powerpoint/2010/main" val="524953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253514"/>
            <a:ext cx="9460464"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IN" dirty="0">
                <a:latin typeface="Times New Roman" panose="02020603050405020304" pitchFamily="18" charset="0"/>
                <a:cs typeface="Times New Roman" panose="02020603050405020304" pitchFamily="18" charset="0"/>
              </a:rPr>
              <a:t>Rain Sensor</a:t>
            </a:r>
            <a:endParaRPr lang="en-US"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96D22E0E-A45C-54AC-D1CE-00D8F7CB310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6DFE8E13-4DE2-1EB9-A157-3AF510532A81}"/>
              </a:ext>
            </a:extLst>
          </p:cNvPr>
          <p:cNvSpPr txBox="1"/>
          <p:nvPr/>
        </p:nvSpPr>
        <p:spPr>
          <a:xfrm>
            <a:off x="935447" y="2267406"/>
            <a:ext cx="9477516" cy="1107996"/>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A rain sensor is one kind of switching device which is used to detect the rainfall. It works like a switch and the working principle of this sensor is, whenever there is rain, the switch will be normally closed.</a:t>
            </a:r>
            <a:endParaRPr lang="en-IN" sz="2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06A60FE-ACB4-E24A-BC55-AC16B4F73C16}"/>
              </a:ext>
            </a:extLst>
          </p:cNvPr>
          <p:cNvPicPr>
            <a:picLocks noChangeAspect="1"/>
          </p:cNvPicPr>
          <p:nvPr/>
        </p:nvPicPr>
        <p:blipFill>
          <a:blip r:embed="rId4"/>
          <a:srcRect/>
          <a:stretch/>
        </p:blipFill>
        <p:spPr>
          <a:xfrm>
            <a:off x="3912127" y="3854594"/>
            <a:ext cx="3807907" cy="2219635"/>
          </a:xfrm>
          <a:prstGeom prst="rect">
            <a:avLst/>
          </a:prstGeom>
        </p:spPr>
      </p:pic>
    </p:spTree>
    <p:extLst>
      <p:ext uri="{BB962C8B-B14F-4D97-AF65-F5344CB8AC3E}">
        <p14:creationId xmlns:p14="http://schemas.microsoft.com/office/powerpoint/2010/main" val="910351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3FB31AA2-4685-26F0-9A52-23647B0065F1}"/>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B87BDCA3-F7E1-AFA5-4B2B-7A57E838A7F3}"/>
              </a:ext>
            </a:extLst>
          </p:cNvPr>
          <p:cNvSpPr txBox="1">
            <a:spLocks noGrp="1"/>
          </p:cNvSpPr>
          <p:nvPr>
            <p:ph type="title"/>
          </p:nvPr>
        </p:nvSpPr>
        <p:spPr>
          <a:xfrm>
            <a:off x="952499" y="1253514"/>
            <a:ext cx="9460464"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IN" dirty="0">
                <a:latin typeface="Times New Roman" panose="02020603050405020304" pitchFamily="18" charset="0"/>
                <a:cs typeface="Times New Roman" panose="02020603050405020304" pitchFamily="18" charset="0"/>
              </a:rPr>
              <a:t>Machine Learning Integration</a:t>
            </a: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9173F35-67C0-D9AE-5017-F971DF364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AEBFBE0E-9B5A-EE0D-A50F-962F0FDB6D8C}"/>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8AD460F6-44F7-35A9-29A8-7CC5CA4FF24F}"/>
              </a:ext>
            </a:extLst>
          </p:cNvPr>
          <p:cNvSpPr txBox="1"/>
          <p:nvPr/>
        </p:nvSpPr>
        <p:spPr>
          <a:xfrm>
            <a:off x="711330" y="2129337"/>
            <a:ext cx="9477516" cy="1446550"/>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In our IoT-based weather monitoring project, we use Machine Learning to improve data analysis. We predict temperature and humidity using historical data. ML also detects sensor faults and classifies weather conditions (e.g., sunny, rainy, cloudy), making the system more accurate and reliable.</a:t>
            </a:r>
            <a:endParaRPr lang="en-IN" sz="2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BE6D26F-4C50-1897-EAE9-B5A9F97428C5}"/>
              </a:ext>
            </a:extLst>
          </p:cNvPr>
          <p:cNvPicPr>
            <a:picLocks noChangeAspect="1"/>
          </p:cNvPicPr>
          <p:nvPr/>
        </p:nvPicPr>
        <p:blipFill>
          <a:blip r:embed="rId4"/>
          <a:stretch>
            <a:fillRect/>
          </a:stretch>
        </p:blipFill>
        <p:spPr>
          <a:xfrm>
            <a:off x="3294529" y="3740453"/>
            <a:ext cx="4957482" cy="2832847"/>
          </a:xfrm>
          <a:prstGeom prst="rect">
            <a:avLst/>
          </a:prstGeom>
        </p:spPr>
      </p:pic>
    </p:spTree>
    <p:extLst>
      <p:ext uri="{BB962C8B-B14F-4D97-AF65-F5344CB8AC3E}">
        <p14:creationId xmlns:p14="http://schemas.microsoft.com/office/powerpoint/2010/main" val="2903540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59407BC9-7CAF-493E-E64A-BDF0B6A9B386}"/>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C13B726C-4A46-75BA-C477-A5EEA51DE981}"/>
              </a:ext>
            </a:extLst>
          </p:cNvPr>
          <p:cNvSpPr txBox="1">
            <a:spLocks noGrp="1"/>
          </p:cNvSpPr>
          <p:nvPr>
            <p:ph type="title"/>
          </p:nvPr>
        </p:nvSpPr>
        <p:spPr>
          <a:xfrm>
            <a:off x="935447" y="1393836"/>
            <a:ext cx="9460464"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IN" b="0" dirty="0" err="1">
                <a:solidFill>
                  <a:schemeClr val="tx1"/>
                </a:solidFill>
                <a:latin typeface="Times New Roman" panose="02020603050405020304" pitchFamily="18" charset="0"/>
                <a:cs typeface="Times New Roman" panose="02020603050405020304" pitchFamily="18" charset="0"/>
              </a:rPr>
              <a:t>Wokwi</a:t>
            </a:r>
            <a:endParaRPr lang="en-US" b="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770E448-ED9F-4A8F-717A-438531FB3F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8" name="Rectangle 7">
            <a:extLst>
              <a:ext uri="{FF2B5EF4-FFF2-40B4-BE49-F238E27FC236}">
                <a16:creationId xmlns:a16="http://schemas.microsoft.com/office/drawing/2014/main" id="{17A881E5-4058-6C35-E32D-B272F8B48FE2}"/>
              </a:ext>
            </a:extLst>
          </p:cNvPr>
          <p:cNvSpPr/>
          <p:nvPr/>
        </p:nvSpPr>
        <p:spPr>
          <a:xfrm>
            <a:off x="5959929" y="6074229"/>
            <a:ext cx="2432957" cy="4308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18F4A78A-4DA1-9B3C-F860-A05AC1992359}"/>
              </a:ext>
            </a:extLst>
          </p:cNvPr>
          <p:cNvSpPr txBox="1"/>
          <p:nvPr/>
        </p:nvSpPr>
        <p:spPr>
          <a:xfrm>
            <a:off x="821080" y="2208467"/>
            <a:ext cx="5138849" cy="3816429"/>
          </a:xfrm>
          <a:prstGeom prst="rect">
            <a:avLst/>
          </a:prstGeom>
          <a:noFill/>
        </p:spPr>
        <p:txBody>
          <a:bodyPr wrap="square">
            <a:spAutoFit/>
          </a:bodyPr>
          <a:lstStyle/>
          <a:p>
            <a:r>
              <a:rPr lang="en-IN" sz="2200" dirty="0" err="1">
                <a:latin typeface="Times New Roman" panose="02020603050405020304" pitchFamily="18" charset="0"/>
                <a:cs typeface="Times New Roman" panose="02020603050405020304" pitchFamily="18" charset="0"/>
              </a:rPr>
              <a:t>Wokwi</a:t>
            </a:r>
            <a:r>
              <a:rPr lang="en-IN" sz="2200" dirty="0">
                <a:latin typeface="Times New Roman" panose="02020603050405020304" pitchFamily="18" charset="0"/>
                <a:cs typeface="Times New Roman" panose="02020603050405020304" pitchFamily="18" charset="0"/>
              </a:rPr>
              <a:t> is an online simulator that allows you to design, prototype, and test embedded systems without needing physical hardware. It supports Arduino, ESP32, Raspberry Pi Pico (RP2040), and other microcontrollers, making it a great tool for IoT projects.</a:t>
            </a:r>
          </a:p>
          <a:p>
            <a:r>
              <a:rPr lang="en-US" sz="2200" dirty="0">
                <a:latin typeface="Times New Roman" panose="02020603050405020304" pitchFamily="18" charset="0"/>
                <a:cs typeface="Times New Roman" panose="02020603050405020304" pitchFamily="18" charset="0"/>
              </a:rPr>
              <a:t>It is an excellent tool for IoT development, allowing you to simulate, debug, and test microcontroller projects without physical hardware.</a:t>
            </a: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7B611024-34AF-B0BA-F581-47E723E30F9A}"/>
              </a:ext>
            </a:extLst>
          </p:cNvPr>
          <p:cNvPicPr>
            <a:picLocks noChangeAspect="1"/>
          </p:cNvPicPr>
          <p:nvPr/>
        </p:nvPicPr>
        <p:blipFill>
          <a:blip r:embed="rId4"/>
          <a:stretch>
            <a:fillRect/>
          </a:stretch>
        </p:blipFill>
        <p:spPr>
          <a:xfrm>
            <a:off x="6334394" y="2450564"/>
            <a:ext cx="4721533" cy="2960491"/>
          </a:xfrm>
          <a:prstGeom prst="rect">
            <a:avLst/>
          </a:prstGeom>
        </p:spPr>
      </p:pic>
    </p:spTree>
    <p:extLst>
      <p:ext uri="{BB962C8B-B14F-4D97-AF65-F5344CB8AC3E}">
        <p14:creationId xmlns:p14="http://schemas.microsoft.com/office/powerpoint/2010/main" val="120371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9FFFA3D7-E0E1-0C7C-E32E-B22F04828FD4}"/>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5E53DA09-6F88-5FEB-004E-B59C6B33E73D}"/>
              </a:ext>
            </a:extLst>
          </p:cNvPr>
          <p:cNvSpPr txBox="1">
            <a:spLocks noGrp="1"/>
          </p:cNvSpPr>
          <p:nvPr>
            <p:ph type="title"/>
          </p:nvPr>
        </p:nvSpPr>
        <p:spPr>
          <a:xfrm>
            <a:off x="1131793" y="27652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Project Screen shots</a:t>
            </a:r>
            <a:endParaRPr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A615F67-1AAF-C353-CE2E-D367411EA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4" name="TextBox 3">
            <a:extLst>
              <a:ext uri="{FF2B5EF4-FFF2-40B4-BE49-F238E27FC236}">
                <a16:creationId xmlns:a16="http://schemas.microsoft.com/office/drawing/2014/main" id="{81960CCF-141B-88BF-64AE-BFC998E9A8BB}"/>
              </a:ext>
            </a:extLst>
          </p:cNvPr>
          <p:cNvSpPr txBox="1"/>
          <p:nvPr/>
        </p:nvSpPr>
        <p:spPr>
          <a:xfrm>
            <a:off x="332545" y="1175170"/>
            <a:ext cx="3522550"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Home Page</a:t>
            </a:r>
            <a:endParaRPr lang="en-IN" sz="4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3544EC-34A5-AA04-9B50-9BF1DCF3C45A}"/>
              </a:ext>
            </a:extLst>
          </p:cNvPr>
          <p:cNvPicPr>
            <a:picLocks noChangeAspect="1"/>
          </p:cNvPicPr>
          <p:nvPr/>
        </p:nvPicPr>
        <p:blipFill>
          <a:blip r:embed="rId4"/>
          <a:stretch>
            <a:fillRect/>
          </a:stretch>
        </p:blipFill>
        <p:spPr>
          <a:xfrm>
            <a:off x="935447" y="2170837"/>
            <a:ext cx="9573208" cy="4566989"/>
          </a:xfrm>
          <a:prstGeom prst="rect">
            <a:avLst/>
          </a:prstGeom>
        </p:spPr>
      </p:pic>
    </p:spTree>
    <p:extLst>
      <p:ext uri="{BB962C8B-B14F-4D97-AF65-F5344CB8AC3E}">
        <p14:creationId xmlns:p14="http://schemas.microsoft.com/office/powerpoint/2010/main" val="200920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FA4D77B2-DFC5-020A-7302-F2DAF66C0A38}"/>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3134C550-36FB-082A-A5C4-B75992387BA5}"/>
              </a:ext>
            </a:extLst>
          </p:cNvPr>
          <p:cNvSpPr txBox="1">
            <a:spLocks noGrp="1"/>
          </p:cNvSpPr>
          <p:nvPr>
            <p:ph type="title"/>
          </p:nvPr>
        </p:nvSpPr>
        <p:spPr>
          <a:xfrm>
            <a:off x="1094847" y="27652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Project Screen shots</a:t>
            </a:r>
            <a:endParaRPr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C721433-56C2-436E-B564-C43635CEB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4" name="TextBox 3">
            <a:extLst>
              <a:ext uri="{FF2B5EF4-FFF2-40B4-BE49-F238E27FC236}">
                <a16:creationId xmlns:a16="http://schemas.microsoft.com/office/drawing/2014/main" id="{82E543B7-2DF4-8AD4-014D-3EBBAEAFCCA6}"/>
              </a:ext>
            </a:extLst>
          </p:cNvPr>
          <p:cNvSpPr txBox="1"/>
          <p:nvPr/>
        </p:nvSpPr>
        <p:spPr>
          <a:xfrm>
            <a:off x="720472" y="1182611"/>
            <a:ext cx="4858291"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Notification Window</a:t>
            </a:r>
            <a:endParaRPr lang="en-IN"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D3BB951-6D5B-1AB1-A6C0-69390779021F}"/>
              </a:ext>
            </a:extLst>
          </p:cNvPr>
          <p:cNvPicPr>
            <a:picLocks noChangeAspect="1"/>
          </p:cNvPicPr>
          <p:nvPr/>
        </p:nvPicPr>
        <p:blipFill>
          <a:blip r:embed="rId4"/>
          <a:stretch>
            <a:fillRect/>
          </a:stretch>
        </p:blipFill>
        <p:spPr>
          <a:xfrm>
            <a:off x="935446" y="2046817"/>
            <a:ext cx="9865243" cy="4336487"/>
          </a:xfrm>
          <a:prstGeom prst="rect">
            <a:avLst/>
          </a:prstGeom>
        </p:spPr>
      </p:pic>
    </p:spTree>
    <p:extLst>
      <p:ext uri="{BB962C8B-B14F-4D97-AF65-F5344CB8AC3E}">
        <p14:creationId xmlns:p14="http://schemas.microsoft.com/office/powerpoint/2010/main" val="1356752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9FFFA3D7-E0E1-0C7C-E32E-B22F04828FD4}"/>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5E53DA09-6F88-5FEB-004E-B59C6B33E73D}"/>
              </a:ext>
            </a:extLst>
          </p:cNvPr>
          <p:cNvSpPr txBox="1">
            <a:spLocks noGrp="1"/>
          </p:cNvSpPr>
          <p:nvPr>
            <p:ph type="title"/>
          </p:nvPr>
        </p:nvSpPr>
        <p:spPr>
          <a:xfrm>
            <a:off x="1131793" y="27652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Project Screen shots</a:t>
            </a:r>
            <a:endParaRPr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A615F67-1AAF-C353-CE2E-D367411EA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4" name="TextBox 3">
            <a:extLst>
              <a:ext uri="{FF2B5EF4-FFF2-40B4-BE49-F238E27FC236}">
                <a16:creationId xmlns:a16="http://schemas.microsoft.com/office/drawing/2014/main" id="{81960CCF-141B-88BF-64AE-BFC998E9A8BB}"/>
              </a:ext>
            </a:extLst>
          </p:cNvPr>
          <p:cNvSpPr txBox="1"/>
          <p:nvPr/>
        </p:nvSpPr>
        <p:spPr>
          <a:xfrm>
            <a:off x="628108" y="1175170"/>
            <a:ext cx="4942267" cy="707886"/>
          </a:xfrm>
          <a:prstGeom prst="rect">
            <a:avLst/>
          </a:prstGeom>
          <a:noFill/>
        </p:spPr>
        <p:txBody>
          <a:bodyPr wrap="square" rtlCol="0">
            <a:spAutoFit/>
          </a:bodyPr>
          <a:lstStyle/>
          <a:p>
            <a:pPr algn="ctr"/>
            <a:r>
              <a:rPr lang="en-US" sz="4000" dirty="0" err="1">
                <a:latin typeface="Times New Roman" panose="02020603050405020304" pitchFamily="18" charset="0"/>
                <a:cs typeface="Times New Roman" panose="02020603050405020304" pitchFamily="18" charset="0"/>
              </a:rPr>
              <a:t>ThingSpeak</a:t>
            </a:r>
            <a:r>
              <a:rPr lang="en-US" sz="4000" dirty="0">
                <a:latin typeface="Times New Roman" panose="02020603050405020304" pitchFamily="18" charset="0"/>
                <a:cs typeface="Times New Roman" panose="02020603050405020304" pitchFamily="18" charset="0"/>
              </a:rPr>
              <a:t> Website</a:t>
            </a:r>
            <a:endParaRPr lang="en-IN" sz="4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E3768CA-B009-5E51-79CA-B48F9186C574}"/>
              </a:ext>
            </a:extLst>
          </p:cNvPr>
          <p:cNvPicPr>
            <a:picLocks noChangeAspect="1"/>
          </p:cNvPicPr>
          <p:nvPr/>
        </p:nvPicPr>
        <p:blipFill>
          <a:blip r:embed="rId4"/>
          <a:stretch>
            <a:fillRect/>
          </a:stretch>
        </p:blipFill>
        <p:spPr>
          <a:xfrm>
            <a:off x="935447" y="2106557"/>
            <a:ext cx="9542831" cy="4700392"/>
          </a:xfrm>
          <a:prstGeom prst="rect">
            <a:avLst/>
          </a:prstGeom>
        </p:spPr>
      </p:pic>
    </p:spTree>
    <p:extLst>
      <p:ext uri="{BB962C8B-B14F-4D97-AF65-F5344CB8AC3E}">
        <p14:creationId xmlns:p14="http://schemas.microsoft.com/office/powerpoint/2010/main" val="3945178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9FFFA3D7-E0E1-0C7C-E32E-B22F04828FD4}"/>
            </a:ext>
          </a:extLst>
        </p:cNvPr>
        <p:cNvGrpSpPr/>
        <p:nvPr/>
      </p:nvGrpSpPr>
      <p:grpSpPr>
        <a:xfrm>
          <a:off x="0" y="0"/>
          <a:ext cx="0" cy="0"/>
          <a:chOff x="0" y="0"/>
          <a:chExt cx="0" cy="0"/>
        </a:xfrm>
      </p:grpSpPr>
      <p:sp>
        <p:nvSpPr>
          <p:cNvPr id="227" name="Google Shape;227;p3">
            <a:extLst>
              <a:ext uri="{FF2B5EF4-FFF2-40B4-BE49-F238E27FC236}">
                <a16:creationId xmlns:a16="http://schemas.microsoft.com/office/drawing/2014/main" id="{5E53DA09-6F88-5FEB-004E-B59C6B33E73D}"/>
              </a:ext>
            </a:extLst>
          </p:cNvPr>
          <p:cNvSpPr txBox="1">
            <a:spLocks noGrp="1"/>
          </p:cNvSpPr>
          <p:nvPr>
            <p:ph type="title"/>
          </p:nvPr>
        </p:nvSpPr>
        <p:spPr>
          <a:xfrm>
            <a:off x="1131793" y="276526"/>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dirty="0">
                <a:latin typeface="Times New Roman" panose="02020603050405020304" pitchFamily="18" charset="0"/>
                <a:cs typeface="Times New Roman" panose="02020603050405020304" pitchFamily="18" charset="0"/>
              </a:rPr>
              <a:t>Project Screen shots</a:t>
            </a:r>
            <a:endParaRPr sz="4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A615F67-1AAF-C353-CE2E-D367411EA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4" name="TextBox 3">
            <a:extLst>
              <a:ext uri="{FF2B5EF4-FFF2-40B4-BE49-F238E27FC236}">
                <a16:creationId xmlns:a16="http://schemas.microsoft.com/office/drawing/2014/main" id="{81960CCF-141B-88BF-64AE-BFC998E9A8BB}"/>
              </a:ext>
            </a:extLst>
          </p:cNvPr>
          <p:cNvSpPr txBox="1"/>
          <p:nvPr/>
        </p:nvSpPr>
        <p:spPr>
          <a:xfrm>
            <a:off x="271516" y="1237180"/>
            <a:ext cx="3522550" cy="707886"/>
          </a:xfrm>
          <a:prstGeom prst="rect">
            <a:avLst/>
          </a:prstGeom>
          <a:noFill/>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Hardware </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F509E88-86AE-E8E5-985A-387F993545D3}"/>
              </a:ext>
            </a:extLst>
          </p:cNvPr>
          <p:cNvPicPr>
            <a:picLocks noChangeAspect="1"/>
          </p:cNvPicPr>
          <p:nvPr/>
        </p:nvPicPr>
        <p:blipFill>
          <a:blip r:embed="rId4"/>
          <a:srcRect/>
          <a:stretch/>
        </p:blipFill>
        <p:spPr>
          <a:xfrm>
            <a:off x="935447" y="2078723"/>
            <a:ext cx="8247893" cy="4779277"/>
          </a:xfrm>
          <a:prstGeom prst="rect">
            <a:avLst/>
          </a:prstGeom>
        </p:spPr>
      </p:pic>
    </p:spTree>
    <p:extLst>
      <p:ext uri="{BB962C8B-B14F-4D97-AF65-F5344CB8AC3E}">
        <p14:creationId xmlns:p14="http://schemas.microsoft.com/office/powerpoint/2010/main" val="3675201572"/>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12003</TotalTime>
  <Words>524</Words>
  <Application>Microsoft Office PowerPoint</Application>
  <PresentationFormat>Widescreen</PresentationFormat>
  <Paragraphs>75</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Calibri</vt:lpstr>
      <vt:lpstr>Noto Sans Symbols</vt:lpstr>
      <vt:lpstr>Franklin Gothic</vt:lpstr>
      <vt:lpstr>Montserrat</vt:lpstr>
      <vt:lpstr>Wingdings</vt:lpstr>
      <vt:lpstr>Libre Franklin</vt:lpstr>
      <vt:lpstr>Times New Roman</vt:lpstr>
      <vt:lpstr>Arial</vt:lpstr>
      <vt:lpstr>Theme1</vt:lpstr>
      <vt:lpstr>WEATHER FORECASTING SYSTEM</vt:lpstr>
      <vt:lpstr>Idea/Approach Details</vt:lpstr>
      <vt:lpstr>Technology Stack</vt:lpstr>
      <vt:lpstr>Project Requirements </vt:lpstr>
      <vt:lpstr>Project Requirements </vt:lpstr>
      <vt:lpstr>Design </vt:lpstr>
      <vt:lpstr>Design </vt:lpstr>
      <vt:lpstr>Circuit Diagram </vt:lpstr>
      <vt:lpstr>WiFi Module</vt:lpstr>
      <vt:lpstr>DHT11(Temperature &amp; Humidity sensor)</vt:lpstr>
      <vt:lpstr>BMP180 (Pressure Sensor)</vt:lpstr>
      <vt:lpstr>Rain Sensor</vt:lpstr>
      <vt:lpstr>Machine Learning Integration</vt:lpstr>
      <vt:lpstr>Wokwi</vt:lpstr>
      <vt:lpstr>Project Screen shots</vt:lpstr>
      <vt:lpstr>Project Screen shots</vt:lpstr>
      <vt:lpstr>Project Screen shots</vt:lpstr>
      <vt:lpstr>Project Screen shots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Sarim Moin</dc:creator>
  <cp:lastModifiedBy>Raj Rupani</cp:lastModifiedBy>
  <cp:revision>40</cp:revision>
  <dcterms:created xsi:type="dcterms:W3CDTF">2022-02-11T07:14:46Z</dcterms:created>
  <dcterms:modified xsi:type="dcterms:W3CDTF">2025-02-20T06:59:52Z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